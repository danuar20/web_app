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"/>
  </p:notesMasterIdLst>
  <p:sldIdLst>
    <p:sldId id="214748360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C7FDD1"/>
    <a:srgbClr val="EE7D30"/>
    <a:srgbClr val="E8E8E8"/>
    <a:srgbClr val="002060"/>
    <a:srgbClr val="AE262B"/>
    <a:srgbClr val="00AF50"/>
    <a:srgbClr val="0071C1"/>
    <a:srgbClr val="C1C2C2"/>
    <a:srgbClr val="C7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9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BBBA4D-5D67-44EB-A42E-5EE7805BDE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11378-6FBF-44B1-80DE-F06B4B664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964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C2EA8-E0D6-4CA9-EFA4-1C4EF4E9A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66CA2-5F67-BCE9-56C5-D3B41BAF1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7DECF8-114F-2C3A-B25A-BB78B1F78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E5621-77DA-6B12-9D98-2CCA2D9C1E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F66B32-43AB-447C-891B-F45B3406BB8A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094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AD6B-4E23-575A-4FA8-A718F0D03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4D255-073D-7034-E62B-E6EC18BFEB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077EB-5BDE-BD47-6A29-853A8F92B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05ADB-96F5-6A5D-3775-3F9316CC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02C8-9470-E6AF-90F6-3CA27AD5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5605-4A13-A6FE-1277-31795C3AA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B2EE7-5BD5-FA21-6616-0553087F3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E7DCB-8376-B420-7288-186A1C372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62C2E-E356-AD72-F873-934935A41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B80C0-4F2A-B997-ED6A-86705404E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015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A94EB-12B8-2427-6FAD-1D3D225F9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688E9-9ACF-7855-270D-CBAC16E49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9EDE8-CE2E-B191-9C8E-7588859C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8B8FB-97C8-9620-07F0-ADF21D2B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6DF4A-E210-24E8-C4AC-3314C2415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69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9A761-5713-1C61-90D8-0FF5469F4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CAD1D-A15C-7F0B-E895-D0D2AC192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3957D-F28A-22EC-E838-21AF711AF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5DCE3-B732-24F2-E3A7-3BE6179D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A1B3F-94BF-6DC6-4B9D-2C9943BBC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45D83-89FD-1322-A632-FC526E84A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36F18-9C4E-2FF8-AFBA-76C804FF1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5A9B7-1C50-98F7-F5DC-56D68763C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A755A-CB05-0042-DB27-20387EB4A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24B4F-0D0C-E9F6-FDAA-CD174D037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363B1B-4981-FC40-237B-D4E9A85169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7AB56D-6FB7-7448-6FF3-02A8060C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580242-F3C7-79C9-564F-E9A222501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0A531B-9679-9CA9-6BFE-03CB24090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67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42BB5-3A37-9477-2B6C-6D66FA582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C97844-99E6-C654-6103-176C35DDA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17E90-C9B1-1710-921E-F2ABAC0B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6FB72-7CBF-F191-9E3F-92708AC30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1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A9FE5A-E4AC-35AC-39EA-06858BD24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54E95D-5095-DEFE-3DA1-9E758D8C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CC042-E29D-69D9-8A90-FA0E14B2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57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92EBE-2809-5F8A-8380-5E456151F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F287C-39DC-4DE8-3000-9AC1794B0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8A353-321A-593C-1814-A0BB9DFE8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B7C96-169E-3FFC-5276-5A3A3438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1C72B-C4B4-FD6F-EE31-F9290041A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711B0-370C-30E8-4134-8F2CA13F8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10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B2913-CCFA-535D-5813-D95A87621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EB3066-4D25-CB16-4973-25AE5A00F0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1A7E2-992B-E96D-9661-C9482CDFC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2B550-ECB3-2F7B-BBC2-2E7D8391B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9BB90-F273-61C3-57E4-D30CF486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6D92F-0F31-D71B-4ED8-4B91F0F34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6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D7CF-00FE-F566-E005-92652ACB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CBBF8-6A3F-C178-5240-2ECB13DC9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4CC91-15D8-832B-DE12-6DF6F349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84703-CA37-FC83-4D2F-4322B2CF3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B59ED-8596-F19F-05C6-CA1B25EFC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11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F6550E-8B96-B327-2E32-77638E5F0A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BDCA4-AD28-F0E1-3BD4-1F8E587EE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E1838-5252-7965-3734-A913A7826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0868D-0565-5661-579C-2C22318AF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58E92-A2A6-A0D2-6583-30890883E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56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FC135EE-6910-192F-0CF1-27C65F34679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567015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C135EE-6910-192F-0CF1-27C65F346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C1B3837-5FA7-CBCB-5567-E45137FBC4A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2870"/>
            <a:ext cx="12192000" cy="60207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7A699CD-0936-698D-A76B-D4E3B26E54FA}"/>
              </a:ext>
            </a:extLst>
          </p:cNvPr>
          <p:cNvSpPr/>
          <p:nvPr userDrawn="1"/>
        </p:nvSpPr>
        <p:spPr>
          <a:xfrm>
            <a:off x="3735" y="-17694"/>
            <a:ext cx="11739815" cy="650644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55000">
                <a:srgbClr val="5D0012">
                  <a:alpha val="63170"/>
                </a:srgbClr>
              </a:gs>
              <a:gs pos="100000">
                <a:schemeClr val="accent4"/>
              </a:gs>
            </a:gsLst>
            <a:lin ang="6000000" scaled="0"/>
          </a:gradFill>
          <a:ln w="12700">
            <a:noFill/>
          </a:ln>
        </p:spPr>
        <p:txBody>
          <a:bodyPr wrap="square" lIns="9144" tIns="9144" rIns="9144" bIns="9144" rtlCol="0" anchor="ctr">
            <a:noAutofit/>
          </a:bodyPr>
          <a:lstStyle/>
          <a:p>
            <a:pPr marL="1308100" marR="0" lvl="0" indent="-13081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 panose="020B0503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86F0F7-678E-B93B-4563-C4E9CFF815FB}"/>
              </a:ext>
            </a:extLst>
          </p:cNvPr>
          <p:cNvSpPr/>
          <p:nvPr userDrawn="1"/>
        </p:nvSpPr>
        <p:spPr>
          <a:xfrm>
            <a:off x="0" y="6556443"/>
            <a:ext cx="544749" cy="301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lnSpc>
                <a:spcPct val="100000"/>
              </a:lnSpc>
            </a:pPr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19B933-1E87-61B4-0F02-14E1F000B7E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r="40971"/>
          <a:stretch>
            <a:fillRect/>
          </a:stretch>
        </p:blipFill>
        <p:spPr>
          <a:xfrm>
            <a:off x="9712411" y="-27832"/>
            <a:ext cx="2479589" cy="6784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137AE6-2766-FE5E-2627-82129C54AAA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4971" y="217923"/>
            <a:ext cx="890207" cy="153762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0798A62B-B8C0-3E9C-13F5-8A09D861E6F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532" y="156596"/>
            <a:ext cx="1012601" cy="30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5888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DC98513-6FD7-906F-E83E-2B9300CE3D44}"/>
              </a:ext>
            </a:extLst>
          </p:cNvPr>
          <p:cNvGraphicFramePr>
            <a:graphicFrameLocks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8789188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7772400" imgH="10058400" progId="TCLayout.ActiveDocument.1">
                  <p:embed/>
                </p:oleObj>
              </mc:Choice>
              <mc:Fallback>
                <p:oleObj name="think-cell Slide" r:id="rId15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C98513-6FD7-906F-E83E-2B9300CE3D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70F24B-CB75-FBA7-971C-61754B002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129DE-4CE4-357E-916D-45E00C2D9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C8A09-08D9-4991-7FD4-C8E041AAB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E050CD-023F-1243-8D77-37C0B6B244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93A0F-1114-142D-2E96-EAC3C11BA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CF30E-E3BE-AB7E-6BC0-DBF53F29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53F0E8-5329-A73F-EBF5-0264BB780AF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36036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78414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37B53-2DF6-059E-3E62-F0256B3F6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8BD4CD8F-5EC7-06D7-12B6-6BB22D2BCA0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13" imgH="513" progId="TCLayout.ActiveDocument.1">
                  <p:embed/>
                </p:oleObj>
              </mc:Choice>
              <mc:Fallback>
                <p:oleObj name="think-cell Slide" r:id="rId4" imgW="513" imgH="513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D4CD8F-5EC7-06D7-12B6-6BB22D2BCA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460459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Custom 1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C00000"/>
      </a:accent1>
      <a:accent2>
        <a:srgbClr val="E97132"/>
      </a:accent2>
      <a:accent3>
        <a:srgbClr val="196B24"/>
      </a:accent3>
      <a:accent4>
        <a:srgbClr val="C00000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13109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Univers</vt:lpstr>
      <vt:lpstr>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Danar Putra</dc:creator>
  <cp:lastModifiedBy>Danuar Trianur Rohman</cp:lastModifiedBy>
  <cp:revision>367</cp:revision>
  <dcterms:created xsi:type="dcterms:W3CDTF">2026-02-04T04:03:35Z</dcterms:created>
  <dcterms:modified xsi:type="dcterms:W3CDTF">2026-10-22T04:05:37Z</dcterms:modified>
</cp:coreProperties>
</file>