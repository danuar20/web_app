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4"/>
  </p:notesMasterIdLst>
  <p:sldIdLst>
    <p:sldId id="2147483608" r:id="rId2"/>
    <p:sldId id="214748360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C7FDD1"/>
    <a:srgbClr val="EE7D30"/>
    <a:srgbClr val="E8E8E8"/>
    <a:srgbClr val="002060"/>
    <a:srgbClr val="AE262B"/>
    <a:srgbClr val="00AF50"/>
    <a:srgbClr val="0071C1"/>
    <a:srgbClr val="C1C2C2"/>
    <a:srgbClr val="C7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9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D:\INFRA%202026\Crowdsource\fbshare\Append%20FB%20Share_v2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D:\INFRA%202026\Crowdsource\fbshare\Append%20FB%20Share_v2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file:///D:\INFRA%202026\Crowdsource\fbshare\Append%20FB%20Share_v2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D:\INFRA%202026\Crowdsource\fbshare\Append%20FB%20Share_v2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D:\INFRA%202026\Crowdsource\fbshare\Append%20FB%20Share_v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[Append FB Share_v2.xlsx]dash_piv!PivotTable3</c:name>
    <c:fmtId val="99"/>
  </c:pivotSource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Facebook Trend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4"/>
            </a:solidFill>
            <a:ln w="9525">
              <a:solidFill>
                <a:schemeClr val="accent4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9525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12700" cap="rnd">
            <a:solidFill>
              <a:schemeClr val="bg1">
                <a:lumMod val="5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bg1">
                <a:lumMod val="50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2700" cap="rnd">
            <a:solidFill>
              <a:srgbClr val="FFC000"/>
            </a:solidFill>
            <a:round/>
          </a:ln>
          <a:effectLst/>
        </c:spPr>
        <c:marker>
          <c:symbol val="circle"/>
          <c:size val="5"/>
          <c:spPr>
            <a:solidFill>
              <a:srgbClr val="FFC000"/>
            </a:solidFill>
            <a:ln w="12700">
              <a:solidFill>
                <a:srgbClr val="FFC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12700" cap="rnd">
            <a:solidFill>
              <a:srgbClr val="92D050"/>
            </a:solidFill>
            <a:round/>
          </a:ln>
          <a:effectLst/>
        </c:spPr>
        <c:marker>
          <c:symbol val="circle"/>
          <c:size val="5"/>
          <c:spPr>
            <a:solidFill>
              <a:srgbClr val="92D050"/>
            </a:solidFill>
            <a:ln w="12700">
              <a:solidFill>
                <a:srgbClr val="92D05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12700" cap="rnd">
            <a:solidFill>
              <a:srgbClr val="C00000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12700">
              <a:solidFill>
                <a:srgbClr val="C00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12700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2700" cap="rnd">
            <a:solidFill>
              <a:schemeClr val="bg1">
                <a:lumMod val="5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bg1">
                <a:lumMod val="50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12700" cap="rnd">
            <a:solidFill>
              <a:srgbClr val="FFC000"/>
            </a:solidFill>
            <a:round/>
          </a:ln>
          <a:effectLst/>
        </c:spPr>
        <c:marker>
          <c:symbol val="circle"/>
          <c:size val="5"/>
          <c:spPr>
            <a:solidFill>
              <a:srgbClr val="FFC000"/>
            </a:solidFill>
            <a:ln w="12700">
              <a:solidFill>
                <a:srgbClr val="FFC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12700" cap="rnd">
            <a:solidFill>
              <a:srgbClr val="92D050"/>
            </a:solidFill>
            <a:round/>
          </a:ln>
          <a:effectLst/>
        </c:spPr>
        <c:marker>
          <c:symbol val="circle"/>
          <c:size val="5"/>
          <c:spPr>
            <a:solidFill>
              <a:srgbClr val="92D050"/>
            </a:solidFill>
            <a:ln w="12700">
              <a:solidFill>
                <a:srgbClr val="92D05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12700" cap="rnd">
            <a:solidFill>
              <a:srgbClr val="C00000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12700">
              <a:solidFill>
                <a:srgbClr val="C00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12700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12700" cap="rnd">
            <a:solidFill>
              <a:schemeClr val="bg1">
                <a:lumMod val="5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bg1">
                <a:lumMod val="50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12700" cap="rnd">
            <a:solidFill>
              <a:srgbClr val="FFC000"/>
            </a:solidFill>
            <a:round/>
          </a:ln>
          <a:effectLst/>
        </c:spPr>
        <c:marker>
          <c:symbol val="circle"/>
          <c:size val="5"/>
          <c:spPr>
            <a:solidFill>
              <a:srgbClr val="FFC000"/>
            </a:solidFill>
            <a:ln w="12700">
              <a:solidFill>
                <a:srgbClr val="FFC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12700" cap="rnd">
            <a:solidFill>
              <a:srgbClr val="92D050"/>
            </a:solidFill>
            <a:round/>
          </a:ln>
          <a:effectLst/>
        </c:spPr>
        <c:marker>
          <c:symbol val="circle"/>
          <c:size val="5"/>
          <c:spPr>
            <a:solidFill>
              <a:srgbClr val="92D050"/>
            </a:solidFill>
            <a:ln w="12700">
              <a:solidFill>
                <a:srgbClr val="92D05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12700" cap="rnd">
            <a:solidFill>
              <a:srgbClr val="C00000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12700">
              <a:solidFill>
                <a:srgbClr val="C00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12700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12700" cap="rnd">
            <a:solidFill>
              <a:schemeClr val="bg1">
                <a:lumMod val="5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bg1">
                <a:lumMod val="50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12700" cap="rnd">
            <a:solidFill>
              <a:srgbClr val="FFC000"/>
            </a:solidFill>
            <a:round/>
          </a:ln>
          <a:effectLst/>
        </c:spPr>
        <c:marker>
          <c:symbol val="circle"/>
          <c:size val="5"/>
          <c:spPr>
            <a:solidFill>
              <a:srgbClr val="FFC000"/>
            </a:solidFill>
            <a:ln w="12700">
              <a:solidFill>
                <a:srgbClr val="FFC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12700" cap="rnd">
            <a:solidFill>
              <a:srgbClr val="92D050"/>
            </a:solidFill>
            <a:round/>
          </a:ln>
          <a:effectLst/>
        </c:spPr>
        <c:marker>
          <c:symbol val="circle"/>
          <c:size val="5"/>
          <c:spPr>
            <a:solidFill>
              <a:srgbClr val="92D050"/>
            </a:solidFill>
            <a:ln w="12700">
              <a:solidFill>
                <a:srgbClr val="92D05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12700" cap="rnd">
            <a:solidFill>
              <a:srgbClr val="C00000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12700">
              <a:solidFill>
                <a:srgbClr val="C00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12700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 w="12700" cap="rnd">
            <a:solidFill>
              <a:schemeClr val="bg1">
                <a:lumMod val="5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bg1">
                <a:lumMod val="50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 w="12700" cap="rnd">
            <a:solidFill>
              <a:srgbClr val="FFC000"/>
            </a:solidFill>
            <a:round/>
          </a:ln>
          <a:effectLst/>
        </c:spPr>
        <c:marker>
          <c:symbol val="circle"/>
          <c:size val="5"/>
          <c:spPr>
            <a:solidFill>
              <a:srgbClr val="FFC000"/>
            </a:solidFill>
            <a:ln w="12700">
              <a:solidFill>
                <a:srgbClr val="FFC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 w="12700" cap="rnd">
            <a:solidFill>
              <a:srgbClr val="92D050"/>
            </a:solidFill>
            <a:round/>
          </a:ln>
          <a:effectLst/>
        </c:spPr>
        <c:marker>
          <c:symbol val="circle"/>
          <c:size val="5"/>
          <c:spPr>
            <a:solidFill>
              <a:srgbClr val="92D050"/>
            </a:solidFill>
            <a:ln w="12700">
              <a:solidFill>
                <a:srgbClr val="92D05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 w="12700" cap="rnd">
            <a:solidFill>
              <a:srgbClr val="C00000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12700">
              <a:solidFill>
                <a:srgbClr val="C00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12700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 w="12700" cap="rnd">
            <a:solidFill>
              <a:schemeClr val="bg1">
                <a:lumMod val="5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bg1">
                <a:lumMod val="50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 w="12700" cap="rnd">
            <a:solidFill>
              <a:srgbClr val="FFC000"/>
            </a:solidFill>
            <a:round/>
          </a:ln>
          <a:effectLst/>
        </c:spPr>
        <c:marker>
          <c:symbol val="circle"/>
          <c:size val="5"/>
          <c:spPr>
            <a:solidFill>
              <a:srgbClr val="FFC000"/>
            </a:solidFill>
            <a:ln w="12700">
              <a:solidFill>
                <a:srgbClr val="FFC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 w="12700" cap="rnd">
            <a:solidFill>
              <a:srgbClr val="92D050"/>
            </a:solidFill>
            <a:round/>
          </a:ln>
          <a:effectLst/>
        </c:spPr>
        <c:marker>
          <c:symbol val="circle"/>
          <c:size val="5"/>
          <c:spPr>
            <a:solidFill>
              <a:srgbClr val="92D050"/>
            </a:solidFill>
            <a:ln w="12700">
              <a:solidFill>
                <a:srgbClr val="92D05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 w="12700" cap="rnd">
            <a:solidFill>
              <a:srgbClr val="C00000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12700">
              <a:solidFill>
                <a:srgbClr val="C00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12700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 w="12700" cap="rnd">
            <a:solidFill>
              <a:schemeClr val="bg1">
                <a:lumMod val="5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bg1">
                <a:lumMod val="50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 w="12700" cap="rnd">
            <a:solidFill>
              <a:srgbClr val="FFC000"/>
            </a:solidFill>
            <a:round/>
          </a:ln>
          <a:effectLst/>
        </c:spPr>
        <c:marker>
          <c:symbol val="circle"/>
          <c:size val="5"/>
          <c:spPr>
            <a:solidFill>
              <a:srgbClr val="FFC000"/>
            </a:solidFill>
            <a:ln w="12700">
              <a:solidFill>
                <a:srgbClr val="FFC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 w="12700" cap="rnd">
            <a:solidFill>
              <a:srgbClr val="92D050"/>
            </a:solidFill>
            <a:round/>
          </a:ln>
          <a:effectLst/>
        </c:spPr>
        <c:marker>
          <c:symbol val="circle"/>
          <c:size val="5"/>
          <c:spPr>
            <a:solidFill>
              <a:srgbClr val="92D050"/>
            </a:solidFill>
            <a:ln w="12700">
              <a:solidFill>
                <a:srgbClr val="92D05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 w="12700" cap="rnd">
            <a:solidFill>
              <a:srgbClr val="C00000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12700">
              <a:solidFill>
                <a:srgbClr val="C00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12700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 w="12700" cap="rnd">
            <a:solidFill>
              <a:schemeClr val="bg1">
                <a:lumMod val="5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bg1">
                <a:lumMod val="50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 w="12700" cap="rnd">
            <a:solidFill>
              <a:srgbClr val="FFC000"/>
            </a:solidFill>
            <a:round/>
          </a:ln>
          <a:effectLst/>
        </c:spPr>
        <c:marker>
          <c:symbol val="circle"/>
          <c:size val="5"/>
          <c:spPr>
            <a:solidFill>
              <a:srgbClr val="FFC000"/>
            </a:solidFill>
            <a:ln w="12700">
              <a:solidFill>
                <a:srgbClr val="FFC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 w="12700" cap="rnd">
            <a:solidFill>
              <a:srgbClr val="92D050"/>
            </a:solidFill>
            <a:round/>
          </a:ln>
          <a:effectLst/>
        </c:spPr>
        <c:marker>
          <c:symbol val="circle"/>
          <c:size val="5"/>
          <c:spPr>
            <a:solidFill>
              <a:srgbClr val="92D050"/>
            </a:solidFill>
            <a:ln w="12700">
              <a:solidFill>
                <a:srgbClr val="92D05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 w="12700" cap="rnd">
            <a:solidFill>
              <a:srgbClr val="C00000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12700">
              <a:solidFill>
                <a:srgbClr val="C00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12700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 w="12700" cap="rnd">
            <a:solidFill>
              <a:schemeClr val="bg1">
                <a:lumMod val="50000"/>
              </a:schemeClr>
            </a:solidFill>
            <a:round/>
          </a:ln>
          <a:effectLst/>
        </c:spPr>
        <c:marker>
          <c:symbol val="circle"/>
          <c:size val="5"/>
          <c:spPr>
            <a:solidFill>
              <a:schemeClr val="bg1">
                <a:lumMod val="50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 w="12700" cap="rnd">
            <a:solidFill>
              <a:srgbClr val="FFC000"/>
            </a:solidFill>
            <a:round/>
          </a:ln>
          <a:effectLst/>
        </c:spPr>
        <c:marker>
          <c:symbol val="circle"/>
          <c:size val="5"/>
          <c:spPr>
            <a:solidFill>
              <a:srgbClr val="FFC000"/>
            </a:solidFill>
            <a:ln w="12700">
              <a:solidFill>
                <a:srgbClr val="FFC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 w="12700" cap="rnd">
            <a:solidFill>
              <a:srgbClr val="92D050"/>
            </a:solidFill>
            <a:round/>
          </a:ln>
          <a:effectLst/>
        </c:spPr>
        <c:marker>
          <c:symbol val="circle"/>
          <c:size val="5"/>
          <c:spPr>
            <a:solidFill>
              <a:srgbClr val="92D050"/>
            </a:solidFill>
            <a:ln w="12700">
              <a:solidFill>
                <a:srgbClr val="92D05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 w="12700" cap="rnd">
            <a:solidFill>
              <a:srgbClr val="C00000"/>
            </a:solidFill>
            <a:round/>
          </a:ln>
          <a:effectLst/>
        </c:spPr>
        <c:marker>
          <c:symbol val="circle"/>
          <c:size val="5"/>
          <c:spPr>
            <a:solidFill>
              <a:srgbClr val="C00000"/>
            </a:solidFill>
            <a:ln w="12700">
              <a:solidFill>
                <a:srgbClr val="C00000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 w="12700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5"/>
            </a:solidFill>
            <a:ln w="12700">
              <a:solidFill>
                <a:schemeClr val="accent5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dash_piv!$BA$3</c:f>
              <c:strCache>
                <c:ptCount val="1"/>
                <c:pt idx="0">
                  <c:v>_Regional</c:v>
                </c:pt>
              </c:strCache>
            </c:strRef>
          </c:tx>
          <c:spPr>
            <a:ln w="12700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50000"/>
                </a:schemeClr>
              </a:solidFill>
              <a:ln w="12700">
                <a:solidFill>
                  <a:schemeClr val="bg1">
                    <a:lumMod val="50000"/>
                  </a:schemeClr>
                </a:solidFill>
              </a:ln>
              <a:effectLst/>
            </c:spPr>
          </c:marker>
          <c:cat>
            <c:strRef>
              <c:f>dash_piv!$AZ$4:$AZ$92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dash_piv!$BA$4:$BA$92</c:f>
              <c:numCache>
                <c:formatCode>General</c:formatCode>
                <c:ptCount val="88"/>
                <c:pt idx="0">
                  <c:v>96.905961538461526</c:v>
                </c:pt>
                <c:pt idx="1">
                  <c:v>96.761923076923068</c:v>
                </c:pt>
                <c:pt idx="2">
                  <c:v>96.765961538461553</c:v>
                </c:pt>
                <c:pt idx="3">
                  <c:v>96.852692307692308</c:v>
                </c:pt>
                <c:pt idx="4">
                  <c:v>96.794230769230779</c:v>
                </c:pt>
                <c:pt idx="5">
                  <c:v>96.155769230769238</c:v>
                </c:pt>
                <c:pt idx="6">
                  <c:v>96.790576923076884</c:v>
                </c:pt>
                <c:pt idx="7">
                  <c:v>97.110192307692301</c:v>
                </c:pt>
                <c:pt idx="8">
                  <c:v>95.457551020408161</c:v>
                </c:pt>
                <c:pt idx="9">
                  <c:v>95.429399999999987</c:v>
                </c:pt>
                <c:pt idx="10">
                  <c:v>96.187346938775519</c:v>
                </c:pt>
                <c:pt idx="11">
                  <c:v>96.371249999999975</c:v>
                </c:pt>
                <c:pt idx="12">
                  <c:v>96.488571428571419</c:v>
                </c:pt>
                <c:pt idx="13">
                  <c:v>96.071600000000004</c:v>
                </c:pt>
                <c:pt idx="14">
                  <c:v>95.777799999999985</c:v>
                </c:pt>
                <c:pt idx="15">
                  <c:v>96.167346938775495</c:v>
                </c:pt>
                <c:pt idx="16">
                  <c:v>95.620400000000032</c:v>
                </c:pt>
                <c:pt idx="17">
                  <c:v>96.772499999999994</c:v>
                </c:pt>
                <c:pt idx="18">
                  <c:v>95.953061224489772</c:v>
                </c:pt>
                <c:pt idx="19">
                  <c:v>96.635918367346932</c:v>
                </c:pt>
                <c:pt idx="20">
                  <c:v>96.224199999999996</c:v>
                </c:pt>
                <c:pt idx="21">
                  <c:v>96.066326530612244</c:v>
                </c:pt>
                <c:pt idx="22">
                  <c:v>96.267346938775503</c:v>
                </c:pt>
                <c:pt idx="23">
                  <c:v>96.137755102040813</c:v>
                </c:pt>
                <c:pt idx="24">
                  <c:v>96.12489795918367</c:v>
                </c:pt>
                <c:pt idx="25">
                  <c:v>95.740816326530592</c:v>
                </c:pt>
                <c:pt idx="26">
                  <c:v>96.009200000000007</c:v>
                </c:pt>
                <c:pt idx="27">
                  <c:v>96.195999999999984</c:v>
                </c:pt>
                <c:pt idx="28">
                  <c:v>96.038163265306125</c:v>
                </c:pt>
                <c:pt idx="29">
                  <c:v>96.05387755102042</c:v>
                </c:pt>
                <c:pt idx="30">
                  <c:v>96.338571428571427</c:v>
                </c:pt>
                <c:pt idx="31">
                  <c:v>95.972857142857123</c:v>
                </c:pt>
                <c:pt idx="32">
                  <c:v>95.995416666666685</c:v>
                </c:pt>
                <c:pt idx="33">
                  <c:v>95.800816326530622</c:v>
                </c:pt>
                <c:pt idx="34">
                  <c:v>95.723877551020394</c:v>
                </c:pt>
                <c:pt idx="35">
                  <c:v>96.467142857142846</c:v>
                </c:pt>
                <c:pt idx="36">
                  <c:v>96.228367346938768</c:v>
                </c:pt>
                <c:pt idx="37">
                  <c:v>95.779999999999973</c:v>
                </c:pt>
                <c:pt idx="38">
                  <c:v>95.426326530612229</c:v>
                </c:pt>
                <c:pt idx="39">
                  <c:v>95.658200000000036</c:v>
                </c:pt>
                <c:pt idx="40">
                  <c:v>95.984489795918364</c:v>
                </c:pt>
                <c:pt idx="41">
                  <c:v>96.240408163265343</c:v>
                </c:pt>
                <c:pt idx="42">
                  <c:v>95.965102040816319</c:v>
                </c:pt>
                <c:pt idx="43">
                  <c:v>96.503877551020423</c:v>
                </c:pt>
                <c:pt idx="44">
                  <c:v>95.675918367346981</c:v>
                </c:pt>
                <c:pt idx="45">
                  <c:v>96.039591836734701</c:v>
                </c:pt>
                <c:pt idx="46">
                  <c:v>95.960612244897973</c:v>
                </c:pt>
                <c:pt idx="47">
                  <c:v>96.060816326530585</c:v>
                </c:pt>
                <c:pt idx="48">
                  <c:v>95.796326530612234</c:v>
                </c:pt>
                <c:pt idx="49">
                  <c:v>95.6730612244898</c:v>
                </c:pt>
                <c:pt idx="50">
                  <c:v>95.327959183673485</c:v>
                </c:pt>
                <c:pt idx="51">
                  <c:v>95.72</c:v>
                </c:pt>
                <c:pt idx="52">
                  <c:v>95.587755102040802</c:v>
                </c:pt>
                <c:pt idx="53">
                  <c:v>95.161836734693878</c:v>
                </c:pt>
                <c:pt idx="54">
                  <c:v>95.430204081632695</c:v>
                </c:pt>
                <c:pt idx="55">
                  <c:v>95.542040816326562</c:v>
                </c:pt>
                <c:pt idx="56">
                  <c:v>95.450612244897954</c:v>
                </c:pt>
                <c:pt idx="57">
                  <c:v>94.85714285714289</c:v>
                </c:pt>
                <c:pt idx="58">
                  <c:v>95.892857142857139</c:v>
                </c:pt>
                <c:pt idx="59">
                  <c:v>95.558979591836746</c:v>
                </c:pt>
                <c:pt idx="60">
                  <c:v>95.117959183673477</c:v>
                </c:pt>
                <c:pt idx="61">
                  <c:v>95.333265306122442</c:v>
                </c:pt>
                <c:pt idx="62">
                  <c:v>94.704285714285717</c:v>
                </c:pt>
                <c:pt idx="63">
                  <c:v>94.860612244897922</c:v>
                </c:pt>
                <c:pt idx="64">
                  <c:v>95.325714285714284</c:v>
                </c:pt>
                <c:pt idx="65">
                  <c:v>95.647346938775499</c:v>
                </c:pt>
                <c:pt idx="66">
                  <c:v>95.338979591836747</c:v>
                </c:pt>
                <c:pt idx="67">
                  <c:v>95.210400000000007</c:v>
                </c:pt>
                <c:pt idx="68">
                  <c:v>95.357142857142861</c:v>
                </c:pt>
                <c:pt idx="69">
                  <c:v>95.402040816326533</c:v>
                </c:pt>
                <c:pt idx="70">
                  <c:v>94.981224489795935</c:v>
                </c:pt>
                <c:pt idx="71">
                  <c:v>95.253061224489784</c:v>
                </c:pt>
                <c:pt idx="72">
                  <c:v>95.514081632653074</c:v>
                </c:pt>
                <c:pt idx="73">
                  <c:v>95.261224489795936</c:v>
                </c:pt>
                <c:pt idx="74">
                  <c:v>95.574081632653048</c:v>
                </c:pt>
                <c:pt idx="75">
                  <c:v>94.945599999999999</c:v>
                </c:pt>
                <c:pt idx="76">
                  <c:v>94.798979591836726</c:v>
                </c:pt>
                <c:pt idx="77">
                  <c:v>95.293877551020401</c:v>
                </c:pt>
                <c:pt idx="78">
                  <c:v>95.701276595744659</c:v>
                </c:pt>
                <c:pt idx="79">
                  <c:v>94.818085106382981</c:v>
                </c:pt>
                <c:pt idx="80">
                  <c:v>95.309375000000003</c:v>
                </c:pt>
                <c:pt idx="81">
                  <c:v>95.502765957446812</c:v>
                </c:pt>
                <c:pt idx="82">
                  <c:v>95.611702127659569</c:v>
                </c:pt>
                <c:pt idx="83">
                  <c:v>95.525319148936163</c:v>
                </c:pt>
                <c:pt idx="84">
                  <c:v>95.459148936170195</c:v>
                </c:pt>
                <c:pt idx="85">
                  <c:v>95.980425531914875</c:v>
                </c:pt>
                <c:pt idx="86">
                  <c:v>95.447446808510634</c:v>
                </c:pt>
                <c:pt idx="87">
                  <c:v>94.894893617021268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7BA-401E-934B-8267CB6DD4A2}"/>
            </c:ext>
          </c:extLst>
        </c:ser>
        <c:ser>
          <c:idx val="1"/>
          <c:order val="1"/>
          <c:tx>
            <c:strRef>
              <c:f>dash_piv!$BB$3</c:f>
              <c:strCache>
                <c:ptCount val="1"/>
                <c:pt idx="0">
                  <c:v>_AMBON</c:v>
                </c:pt>
              </c:strCache>
            </c:strRef>
          </c:tx>
          <c:spPr>
            <a:ln w="1270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C000"/>
              </a:solidFill>
              <a:ln w="12700">
                <a:solidFill>
                  <a:srgbClr val="FFC000"/>
                </a:solidFill>
              </a:ln>
              <a:effectLst/>
            </c:spPr>
          </c:marker>
          <c:cat>
            <c:strRef>
              <c:f>dash_piv!$AZ$4:$AZ$92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dash_piv!$BB$4:$BB$92</c:f>
              <c:numCache>
                <c:formatCode>General</c:formatCode>
                <c:ptCount val="88"/>
                <c:pt idx="0">
                  <c:v>94.86818181818181</c:v>
                </c:pt>
                <c:pt idx="1">
                  <c:v>95.019090909090892</c:v>
                </c:pt>
                <c:pt idx="2">
                  <c:v>94.853636363636369</c:v>
                </c:pt>
                <c:pt idx="3">
                  <c:v>94.780000000000015</c:v>
                </c:pt>
                <c:pt idx="4">
                  <c:v>94.559090909090898</c:v>
                </c:pt>
                <c:pt idx="5">
                  <c:v>95.234545454545469</c:v>
                </c:pt>
                <c:pt idx="6">
                  <c:v>94.472727272727283</c:v>
                </c:pt>
                <c:pt idx="7">
                  <c:v>94.691818181818178</c:v>
                </c:pt>
                <c:pt idx="8">
                  <c:v>94.743636363636369</c:v>
                </c:pt>
                <c:pt idx="9">
                  <c:v>94.095454545454544</c:v>
                </c:pt>
                <c:pt idx="10">
                  <c:v>95.289090909090916</c:v>
                </c:pt>
                <c:pt idx="11">
                  <c:v>95.107272727272729</c:v>
                </c:pt>
                <c:pt idx="12">
                  <c:v>93.780909090909077</c:v>
                </c:pt>
                <c:pt idx="13">
                  <c:v>94.38363636363637</c:v>
                </c:pt>
                <c:pt idx="14">
                  <c:v>93.787272727272708</c:v>
                </c:pt>
                <c:pt idx="15">
                  <c:v>94.170909090909106</c:v>
                </c:pt>
                <c:pt idx="16">
                  <c:v>94.821818181818173</c:v>
                </c:pt>
                <c:pt idx="17">
                  <c:v>96.031818181818196</c:v>
                </c:pt>
                <c:pt idx="18">
                  <c:v>95.576363636363652</c:v>
                </c:pt>
                <c:pt idx="19">
                  <c:v>95.135454545454522</c:v>
                </c:pt>
                <c:pt idx="20">
                  <c:v>95.971818181818193</c:v>
                </c:pt>
                <c:pt idx="21">
                  <c:v>95.717272727272714</c:v>
                </c:pt>
                <c:pt idx="22">
                  <c:v>95.662727272727267</c:v>
                </c:pt>
                <c:pt idx="23">
                  <c:v>96.191818181818178</c:v>
                </c:pt>
                <c:pt idx="24">
                  <c:v>95.49454545454546</c:v>
                </c:pt>
                <c:pt idx="25">
                  <c:v>95.220000000000013</c:v>
                </c:pt>
                <c:pt idx="26">
                  <c:v>95.210909090909112</c:v>
                </c:pt>
                <c:pt idx="27">
                  <c:v>95.481818181818198</c:v>
                </c:pt>
                <c:pt idx="28">
                  <c:v>95.454545454545453</c:v>
                </c:pt>
                <c:pt idx="29">
                  <c:v>94.511818181818185</c:v>
                </c:pt>
                <c:pt idx="30">
                  <c:v>94.75181818181818</c:v>
                </c:pt>
                <c:pt idx="31">
                  <c:v>94.63272727272728</c:v>
                </c:pt>
                <c:pt idx="32">
                  <c:v>95.151818181818186</c:v>
                </c:pt>
                <c:pt idx="33">
                  <c:v>95.011818181818171</c:v>
                </c:pt>
                <c:pt idx="34">
                  <c:v>94.665454545454566</c:v>
                </c:pt>
                <c:pt idx="35">
                  <c:v>94.771818181818162</c:v>
                </c:pt>
                <c:pt idx="36">
                  <c:v>95.029090909090897</c:v>
                </c:pt>
                <c:pt idx="37">
                  <c:v>93.655454545454546</c:v>
                </c:pt>
                <c:pt idx="38">
                  <c:v>94.492727272727265</c:v>
                </c:pt>
                <c:pt idx="39">
                  <c:v>93.882727272727294</c:v>
                </c:pt>
                <c:pt idx="40">
                  <c:v>94.527272727272717</c:v>
                </c:pt>
                <c:pt idx="41">
                  <c:v>94.923636363636376</c:v>
                </c:pt>
                <c:pt idx="42">
                  <c:v>94.212727272727264</c:v>
                </c:pt>
                <c:pt idx="43">
                  <c:v>94.361818181818208</c:v>
                </c:pt>
                <c:pt idx="44">
                  <c:v>94.577272727272714</c:v>
                </c:pt>
                <c:pt idx="45">
                  <c:v>94.12909090909092</c:v>
                </c:pt>
                <c:pt idx="46">
                  <c:v>94.39</c:v>
                </c:pt>
                <c:pt idx="47">
                  <c:v>94.677272727272737</c:v>
                </c:pt>
                <c:pt idx="48">
                  <c:v>94.773636363636356</c:v>
                </c:pt>
                <c:pt idx="49">
                  <c:v>93.651818181818186</c:v>
                </c:pt>
                <c:pt idx="50">
                  <c:v>93.787272727272736</c:v>
                </c:pt>
                <c:pt idx="51">
                  <c:v>93.857272727272729</c:v>
                </c:pt>
                <c:pt idx="52">
                  <c:v>93.781818181818167</c:v>
                </c:pt>
                <c:pt idx="53">
                  <c:v>93.269090909090906</c:v>
                </c:pt>
                <c:pt idx="54">
                  <c:v>93.682727272727277</c:v>
                </c:pt>
                <c:pt idx="55">
                  <c:v>93.253636363636375</c:v>
                </c:pt>
                <c:pt idx="56">
                  <c:v>93.577272727272714</c:v>
                </c:pt>
                <c:pt idx="57">
                  <c:v>93.353636363636355</c:v>
                </c:pt>
                <c:pt idx="58">
                  <c:v>93.502727272727284</c:v>
                </c:pt>
                <c:pt idx="59">
                  <c:v>93.141818181818152</c:v>
                </c:pt>
                <c:pt idx="60">
                  <c:v>92.937272727272727</c:v>
                </c:pt>
                <c:pt idx="61">
                  <c:v>93.63454545454546</c:v>
                </c:pt>
                <c:pt idx="62">
                  <c:v>93.420000000000016</c:v>
                </c:pt>
                <c:pt idx="63">
                  <c:v>92.813636363636363</c:v>
                </c:pt>
                <c:pt idx="64">
                  <c:v>93.806363636363628</c:v>
                </c:pt>
                <c:pt idx="65">
                  <c:v>93.264545454545456</c:v>
                </c:pt>
                <c:pt idx="66">
                  <c:v>93.102727272727265</c:v>
                </c:pt>
                <c:pt idx="67">
                  <c:v>93.11727272727272</c:v>
                </c:pt>
                <c:pt idx="68">
                  <c:v>93.216363636363624</c:v>
                </c:pt>
                <c:pt idx="69">
                  <c:v>93.223636363636373</c:v>
                </c:pt>
                <c:pt idx="70">
                  <c:v>92.615454545454554</c:v>
                </c:pt>
                <c:pt idx="71">
                  <c:v>92.627272727272739</c:v>
                </c:pt>
                <c:pt idx="72">
                  <c:v>93.356363636363625</c:v>
                </c:pt>
                <c:pt idx="73">
                  <c:v>92.831818181818193</c:v>
                </c:pt>
                <c:pt idx="74">
                  <c:v>92.687272727272727</c:v>
                </c:pt>
                <c:pt idx="75">
                  <c:v>93.600909090909099</c:v>
                </c:pt>
                <c:pt idx="76">
                  <c:v>92.63818181818182</c:v>
                </c:pt>
                <c:pt idx="77">
                  <c:v>93.161818181818177</c:v>
                </c:pt>
                <c:pt idx="78">
                  <c:v>92.852999999999994</c:v>
                </c:pt>
                <c:pt idx="79">
                  <c:v>92.137</c:v>
                </c:pt>
                <c:pt idx="80">
                  <c:v>92.589000000000013</c:v>
                </c:pt>
                <c:pt idx="81">
                  <c:v>93.163000000000011</c:v>
                </c:pt>
                <c:pt idx="82">
                  <c:v>92.763000000000005</c:v>
                </c:pt>
                <c:pt idx="83">
                  <c:v>92.792000000000002</c:v>
                </c:pt>
                <c:pt idx="84">
                  <c:v>93.183999999999997</c:v>
                </c:pt>
                <c:pt idx="85">
                  <c:v>93.219000000000023</c:v>
                </c:pt>
                <c:pt idx="86">
                  <c:v>93.085999999999984</c:v>
                </c:pt>
                <c:pt idx="87">
                  <c:v>92.181999999999988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7BA-401E-934B-8267CB6DD4A2}"/>
            </c:ext>
          </c:extLst>
        </c:ser>
        <c:ser>
          <c:idx val="2"/>
          <c:order val="2"/>
          <c:tx>
            <c:strRef>
              <c:f>dash_piv!$BC$3</c:f>
              <c:strCache>
                <c:ptCount val="1"/>
                <c:pt idx="0">
                  <c:v>_JAYAPURA</c:v>
                </c:pt>
              </c:strCache>
            </c:strRef>
          </c:tx>
          <c:spPr>
            <a:ln w="12700" cap="rnd">
              <a:solidFill>
                <a:srgbClr val="92D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2D050"/>
              </a:solidFill>
              <a:ln w="12700">
                <a:solidFill>
                  <a:srgbClr val="92D050"/>
                </a:solidFill>
              </a:ln>
              <a:effectLst/>
            </c:spPr>
          </c:marker>
          <c:cat>
            <c:strRef>
              <c:f>dash_piv!$AZ$4:$AZ$92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dash_piv!$BC$4:$BC$92</c:f>
              <c:numCache>
                <c:formatCode>General</c:formatCode>
                <c:ptCount val="88"/>
                <c:pt idx="0">
                  <c:v>97.801249999999982</c:v>
                </c:pt>
                <c:pt idx="1">
                  <c:v>97.48937500000001</c:v>
                </c:pt>
                <c:pt idx="2">
                  <c:v>98.103750000000005</c:v>
                </c:pt>
                <c:pt idx="3">
                  <c:v>98.710625000000007</c:v>
                </c:pt>
                <c:pt idx="4">
                  <c:v>98.647499999999994</c:v>
                </c:pt>
                <c:pt idx="5">
                  <c:v>95.994374999999991</c:v>
                </c:pt>
                <c:pt idx="6">
                  <c:v>98.883750000000006</c:v>
                </c:pt>
                <c:pt idx="7">
                  <c:v>98.907500000000013</c:v>
                </c:pt>
                <c:pt idx="8">
                  <c:v>93.809285714285707</c:v>
                </c:pt>
                <c:pt idx="9">
                  <c:v>94.894285714285715</c:v>
                </c:pt>
                <c:pt idx="10">
                  <c:v>96.882857142857148</c:v>
                </c:pt>
                <c:pt idx="11">
                  <c:v>97.064615384615394</c:v>
                </c:pt>
                <c:pt idx="12">
                  <c:v>97.902142857142863</c:v>
                </c:pt>
                <c:pt idx="13">
                  <c:v>96.613571428571419</c:v>
                </c:pt>
                <c:pt idx="14">
                  <c:v>95.747142857142862</c:v>
                </c:pt>
                <c:pt idx="15">
                  <c:v>97.527692307692305</c:v>
                </c:pt>
                <c:pt idx="16">
                  <c:v>97.530714285714296</c:v>
                </c:pt>
                <c:pt idx="17">
                  <c:v>97.588461538461544</c:v>
                </c:pt>
                <c:pt idx="18">
                  <c:v>97.857692307692318</c:v>
                </c:pt>
                <c:pt idx="19">
                  <c:v>97.77769230769232</c:v>
                </c:pt>
                <c:pt idx="20">
                  <c:v>96.170714285714297</c:v>
                </c:pt>
                <c:pt idx="21">
                  <c:v>98.040769230769229</c:v>
                </c:pt>
                <c:pt idx="22">
                  <c:v>96.905384615384619</c:v>
                </c:pt>
                <c:pt idx="23">
                  <c:v>97.433076923076911</c:v>
                </c:pt>
                <c:pt idx="24">
                  <c:v>97.676153846153838</c:v>
                </c:pt>
                <c:pt idx="25">
                  <c:v>96.343076923076907</c:v>
                </c:pt>
                <c:pt idx="26">
                  <c:v>95.817142857142841</c:v>
                </c:pt>
                <c:pt idx="27">
                  <c:v>97.245000000000005</c:v>
                </c:pt>
                <c:pt idx="28">
                  <c:v>95.64</c:v>
                </c:pt>
                <c:pt idx="29">
                  <c:v>97.099230769230772</c:v>
                </c:pt>
                <c:pt idx="30">
                  <c:v>97.772307692307692</c:v>
                </c:pt>
                <c:pt idx="31">
                  <c:v>96.281538461538474</c:v>
                </c:pt>
                <c:pt idx="32">
                  <c:v>96.11615384615385</c:v>
                </c:pt>
                <c:pt idx="33">
                  <c:v>96.61999999999999</c:v>
                </c:pt>
                <c:pt idx="34">
                  <c:v>97.103846153846149</c:v>
                </c:pt>
                <c:pt idx="35">
                  <c:v>97.074615384615385</c:v>
                </c:pt>
                <c:pt idx="36">
                  <c:v>96.984615384615381</c:v>
                </c:pt>
                <c:pt idx="37">
                  <c:v>95.71307692307694</c:v>
                </c:pt>
                <c:pt idx="38">
                  <c:v>96.221538461538472</c:v>
                </c:pt>
                <c:pt idx="39">
                  <c:v>96.85071428571429</c:v>
                </c:pt>
                <c:pt idx="40">
                  <c:v>97.333076923076916</c:v>
                </c:pt>
                <c:pt idx="41">
                  <c:v>97.303846153846138</c:v>
                </c:pt>
                <c:pt idx="42">
                  <c:v>96.871538461538449</c:v>
                </c:pt>
                <c:pt idx="43">
                  <c:v>97.330769230769221</c:v>
                </c:pt>
                <c:pt idx="44">
                  <c:v>96.157692307692315</c:v>
                </c:pt>
                <c:pt idx="45">
                  <c:v>96.67307692307692</c:v>
                </c:pt>
                <c:pt idx="46">
                  <c:v>96.68769230769233</c:v>
                </c:pt>
                <c:pt idx="47">
                  <c:v>95.697692307692321</c:v>
                </c:pt>
                <c:pt idx="48">
                  <c:v>96.713076923076926</c:v>
                </c:pt>
                <c:pt idx="49">
                  <c:v>96.723076923076917</c:v>
                </c:pt>
                <c:pt idx="50">
                  <c:v>94.80153846153847</c:v>
                </c:pt>
                <c:pt idx="51">
                  <c:v>97.278461538461542</c:v>
                </c:pt>
                <c:pt idx="52">
                  <c:v>95.581538461538457</c:v>
                </c:pt>
                <c:pt idx="53">
                  <c:v>94.796153846153857</c:v>
                </c:pt>
                <c:pt idx="54">
                  <c:v>95.538461538461533</c:v>
                </c:pt>
                <c:pt idx="55">
                  <c:v>96.538461538461533</c:v>
                </c:pt>
                <c:pt idx="56">
                  <c:v>96.580769230769249</c:v>
                </c:pt>
                <c:pt idx="57">
                  <c:v>94.063846153846143</c:v>
                </c:pt>
                <c:pt idx="58">
                  <c:v>96.220769230769221</c:v>
                </c:pt>
                <c:pt idx="59">
                  <c:v>96.433846153846147</c:v>
                </c:pt>
                <c:pt idx="60">
                  <c:v>95.321538461538452</c:v>
                </c:pt>
                <c:pt idx="61">
                  <c:v>95.177692307692325</c:v>
                </c:pt>
                <c:pt idx="62">
                  <c:v>93.533846153846156</c:v>
                </c:pt>
                <c:pt idx="63">
                  <c:v>94.866923076923086</c:v>
                </c:pt>
                <c:pt idx="64">
                  <c:v>95.487692307692299</c:v>
                </c:pt>
                <c:pt idx="65">
                  <c:v>96.089230769230781</c:v>
                </c:pt>
                <c:pt idx="66">
                  <c:v>95.358461538461526</c:v>
                </c:pt>
                <c:pt idx="67">
                  <c:v>96.401428571428582</c:v>
                </c:pt>
                <c:pt idx="68">
                  <c:v>96.014615384615382</c:v>
                </c:pt>
                <c:pt idx="69">
                  <c:v>95.67923076923077</c:v>
                </c:pt>
                <c:pt idx="70">
                  <c:v>95.300000000000011</c:v>
                </c:pt>
                <c:pt idx="71">
                  <c:v>95.553846153846138</c:v>
                </c:pt>
                <c:pt idx="72">
                  <c:v>94.6453846153846</c:v>
                </c:pt>
                <c:pt idx="73">
                  <c:v>95.089999999999989</c:v>
                </c:pt>
                <c:pt idx="74">
                  <c:v>96.047692307692316</c:v>
                </c:pt>
                <c:pt idx="75">
                  <c:v>94.465000000000003</c:v>
                </c:pt>
                <c:pt idx="76">
                  <c:v>94.862307692307695</c:v>
                </c:pt>
                <c:pt idx="77">
                  <c:v>96.320000000000007</c:v>
                </c:pt>
                <c:pt idx="78">
                  <c:v>96.544615384615383</c:v>
                </c:pt>
                <c:pt idx="79">
                  <c:v>94.341538461538462</c:v>
                </c:pt>
                <c:pt idx="80">
                  <c:v>96.080000000000013</c:v>
                </c:pt>
                <c:pt idx="81">
                  <c:v>95.032307692307697</c:v>
                </c:pt>
                <c:pt idx="82">
                  <c:v>96.561538461538461</c:v>
                </c:pt>
                <c:pt idx="83">
                  <c:v>96.301538461538456</c:v>
                </c:pt>
                <c:pt idx="84">
                  <c:v>96.151538461538479</c:v>
                </c:pt>
                <c:pt idx="85">
                  <c:v>97.329230769230762</c:v>
                </c:pt>
                <c:pt idx="86">
                  <c:v>96.166923076923084</c:v>
                </c:pt>
                <c:pt idx="87">
                  <c:v>95.76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7BA-401E-934B-8267CB6DD4A2}"/>
            </c:ext>
          </c:extLst>
        </c:ser>
        <c:ser>
          <c:idx val="3"/>
          <c:order val="3"/>
          <c:tx>
            <c:strRef>
              <c:f>dash_piv!$BD$3</c:f>
              <c:strCache>
                <c:ptCount val="1"/>
                <c:pt idx="0">
                  <c:v>_SORONG</c:v>
                </c:pt>
              </c:strCache>
            </c:strRef>
          </c:tx>
          <c:spPr>
            <a:ln w="1270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12700">
                <a:solidFill>
                  <a:srgbClr val="C00000"/>
                </a:solidFill>
              </a:ln>
              <a:effectLst/>
            </c:spPr>
          </c:marker>
          <c:cat>
            <c:strRef>
              <c:f>dash_piv!$AZ$4:$AZ$92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dash_piv!$BD$4:$BD$92</c:f>
              <c:numCache>
                <c:formatCode>General</c:formatCode>
                <c:ptCount val="88"/>
                <c:pt idx="0">
                  <c:v>96.788461538461561</c:v>
                </c:pt>
                <c:pt idx="1">
                  <c:v>96.426923076923089</c:v>
                </c:pt>
                <c:pt idx="2">
                  <c:v>96.333846153846153</c:v>
                </c:pt>
                <c:pt idx="3">
                  <c:v>95.830769230769263</c:v>
                </c:pt>
                <c:pt idx="4">
                  <c:v>95.974615384615376</c:v>
                </c:pt>
                <c:pt idx="5">
                  <c:v>96.199999999999989</c:v>
                </c:pt>
                <c:pt idx="6">
                  <c:v>95.719230769230762</c:v>
                </c:pt>
                <c:pt idx="7">
                  <c:v>96.738461538461536</c:v>
                </c:pt>
                <c:pt idx="8">
                  <c:v>96.796923076923093</c:v>
                </c:pt>
                <c:pt idx="9">
                  <c:v>96.486923076923077</c:v>
                </c:pt>
                <c:pt idx="10">
                  <c:v>96.329230769230762</c:v>
                </c:pt>
                <c:pt idx="11">
                  <c:v>96.848461538461535</c:v>
                </c:pt>
                <c:pt idx="12">
                  <c:v>97.009230769230754</c:v>
                </c:pt>
                <c:pt idx="13">
                  <c:v>97.18461538461537</c:v>
                </c:pt>
                <c:pt idx="14">
                  <c:v>96.260769230769242</c:v>
                </c:pt>
                <c:pt idx="15">
                  <c:v>96.803076923076915</c:v>
                </c:pt>
                <c:pt idx="16">
                  <c:v>96.794615384615383</c:v>
                </c:pt>
                <c:pt idx="17">
                  <c:v>96.772307692307706</c:v>
                </c:pt>
                <c:pt idx="18">
                  <c:v>96.789999999999992</c:v>
                </c:pt>
                <c:pt idx="19">
                  <c:v>96.773076923076914</c:v>
                </c:pt>
                <c:pt idx="20">
                  <c:v>95.575384615384621</c:v>
                </c:pt>
                <c:pt idx="21">
                  <c:v>95.929999999999993</c:v>
                </c:pt>
                <c:pt idx="22">
                  <c:v>96.676923076923089</c:v>
                </c:pt>
                <c:pt idx="23">
                  <c:v>95.823846153846134</c:v>
                </c:pt>
                <c:pt idx="24">
                  <c:v>96.276923076923083</c:v>
                </c:pt>
                <c:pt idx="25">
                  <c:v>95.97230769230768</c:v>
                </c:pt>
                <c:pt idx="26">
                  <c:v>96.747692307692304</c:v>
                </c:pt>
                <c:pt idx="27">
                  <c:v>96.079230769230747</c:v>
                </c:pt>
                <c:pt idx="28">
                  <c:v>96.776153846153861</c:v>
                </c:pt>
                <c:pt idx="29">
                  <c:v>96.465384615384636</c:v>
                </c:pt>
                <c:pt idx="30">
                  <c:v>97.31</c:v>
                </c:pt>
                <c:pt idx="31">
                  <c:v>97.470000000000027</c:v>
                </c:pt>
                <c:pt idx="32">
                  <c:v>96.626153846153841</c:v>
                </c:pt>
                <c:pt idx="33">
                  <c:v>97.619230769230782</c:v>
                </c:pt>
                <c:pt idx="34">
                  <c:v>96.799999999999983</c:v>
                </c:pt>
                <c:pt idx="35">
                  <c:v>97.294615384615383</c:v>
                </c:pt>
                <c:pt idx="36">
                  <c:v>97.626923076923077</c:v>
                </c:pt>
                <c:pt idx="37">
                  <c:v>97.000769230769237</c:v>
                </c:pt>
                <c:pt idx="38">
                  <c:v>96.320769230769216</c:v>
                </c:pt>
                <c:pt idx="39">
                  <c:v>96.797692307692316</c:v>
                </c:pt>
                <c:pt idx="40">
                  <c:v>96.674615384615379</c:v>
                </c:pt>
                <c:pt idx="41">
                  <c:v>96.902307692307687</c:v>
                </c:pt>
                <c:pt idx="42">
                  <c:v>96.833076923076916</c:v>
                </c:pt>
                <c:pt idx="43">
                  <c:v>97.476153846153849</c:v>
                </c:pt>
                <c:pt idx="44">
                  <c:v>97.597692307692327</c:v>
                </c:pt>
                <c:pt idx="45">
                  <c:v>96.84076923076924</c:v>
                </c:pt>
                <c:pt idx="46">
                  <c:v>97.440769230769249</c:v>
                </c:pt>
                <c:pt idx="47">
                  <c:v>97.008461538461546</c:v>
                </c:pt>
                <c:pt idx="48">
                  <c:v>96.621538461538449</c:v>
                </c:pt>
                <c:pt idx="49">
                  <c:v>97.086153846153834</c:v>
                </c:pt>
                <c:pt idx="50">
                  <c:v>96.913076923076915</c:v>
                </c:pt>
                <c:pt idx="51">
                  <c:v>96.67307692307692</c:v>
                </c:pt>
                <c:pt idx="52">
                  <c:v>97.283846153846142</c:v>
                </c:pt>
                <c:pt idx="53">
                  <c:v>97.496153846153845</c:v>
                </c:pt>
                <c:pt idx="54">
                  <c:v>96.715384615384636</c:v>
                </c:pt>
                <c:pt idx="55">
                  <c:v>96.52538461538461</c:v>
                </c:pt>
                <c:pt idx="56">
                  <c:v>96.736153846153854</c:v>
                </c:pt>
                <c:pt idx="57">
                  <c:v>96.596923076923076</c:v>
                </c:pt>
                <c:pt idx="58">
                  <c:v>97.336153846153834</c:v>
                </c:pt>
                <c:pt idx="59">
                  <c:v>96.21076923076923</c:v>
                </c:pt>
                <c:pt idx="60">
                  <c:v>96.583846153846167</c:v>
                </c:pt>
                <c:pt idx="61">
                  <c:v>97.093846153846144</c:v>
                </c:pt>
                <c:pt idx="62">
                  <c:v>96.787692307692311</c:v>
                </c:pt>
                <c:pt idx="63">
                  <c:v>96.818461538461548</c:v>
                </c:pt>
                <c:pt idx="64">
                  <c:v>96.544615384615383</c:v>
                </c:pt>
                <c:pt idx="65">
                  <c:v>96.98</c:v>
                </c:pt>
                <c:pt idx="66">
                  <c:v>96.31538461538463</c:v>
                </c:pt>
                <c:pt idx="67">
                  <c:v>96.640000000000015</c:v>
                </c:pt>
                <c:pt idx="68">
                  <c:v>96.624615384615396</c:v>
                </c:pt>
                <c:pt idx="69">
                  <c:v>96.755384615384614</c:v>
                </c:pt>
                <c:pt idx="70">
                  <c:v>96.328461538461539</c:v>
                </c:pt>
                <c:pt idx="71">
                  <c:v>95.933076923076925</c:v>
                </c:pt>
                <c:pt idx="72">
                  <c:v>97.343076923076907</c:v>
                </c:pt>
                <c:pt idx="73">
                  <c:v>97.100769230769231</c:v>
                </c:pt>
                <c:pt idx="74">
                  <c:v>96.805384615384639</c:v>
                </c:pt>
                <c:pt idx="75">
                  <c:v>95.860769230769222</c:v>
                </c:pt>
                <c:pt idx="76">
                  <c:v>95.67923076923077</c:v>
                </c:pt>
                <c:pt idx="77">
                  <c:v>96.036923076923074</c:v>
                </c:pt>
                <c:pt idx="78">
                  <c:v>96.43249999999999</c:v>
                </c:pt>
                <c:pt idx="79">
                  <c:v>96.493333333333339</c:v>
                </c:pt>
                <c:pt idx="80">
                  <c:v>97.064999999999998</c:v>
                </c:pt>
                <c:pt idx="81">
                  <c:v>97.149166666666687</c:v>
                </c:pt>
                <c:pt idx="82">
                  <c:v>96.912500000000009</c:v>
                </c:pt>
                <c:pt idx="83">
                  <c:v>96.716666666666654</c:v>
                </c:pt>
                <c:pt idx="84">
                  <c:v>96.869166666666672</c:v>
                </c:pt>
                <c:pt idx="85">
                  <c:v>97.283333333333317</c:v>
                </c:pt>
                <c:pt idx="86">
                  <c:v>97.018333333333317</c:v>
                </c:pt>
                <c:pt idx="87">
                  <c:v>96.192499999999995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7BA-401E-934B-8267CB6DD4A2}"/>
            </c:ext>
          </c:extLst>
        </c:ser>
        <c:ser>
          <c:idx val="4"/>
          <c:order val="4"/>
          <c:tx>
            <c:strRef>
              <c:f>dash_piv!$BE$3</c:f>
              <c:strCache>
                <c:ptCount val="1"/>
                <c:pt idx="0">
                  <c:v>_TIMIKA</c:v>
                </c:pt>
              </c:strCache>
            </c:strRef>
          </c:tx>
          <c:spPr>
            <a:ln w="1270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12700">
                <a:solidFill>
                  <a:schemeClr val="accent5"/>
                </a:solidFill>
              </a:ln>
              <a:effectLst/>
            </c:spPr>
          </c:marker>
          <c:cat>
            <c:strRef>
              <c:f>dash_piv!$AZ$4:$AZ$92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dash_piv!$BE$4:$BE$92</c:f>
              <c:numCache>
                <c:formatCode>General</c:formatCode>
                <c:ptCount val="88"/>
                <c:pt idx="0">
                  <c:v>97.707499999999982</c:v>
                </c:pt>
                <c:pt idx="1">
                  <c:v>97.752499999999998</c:v>
                </c:pt>
                <c:pt idx="2">
                  <c:v>97.203333333333319</c:v>
                </c:pt>
                <c:pt idx="3">
                  <c:v>97.382499999999993</c:v>
                </c:pt>
                <c:pt idx="4">
                  <c:v>97.259999999999991</c:v>
                </c:pt>
                <c:pt idx="5">
                  <c:v>97.167500000000004</c:v>
                </c:pt>
                <c:pt idx="6">
                  <c:v>97.284999999999982</c:v>
                </c:pt>
                <c:pt idx="7">
                  <c:v>97.333333333333329</c:v>
                </c:pt>
                <c:pt idx="8">
                  <c:v>96.686363636363637</c:v>
                </c:pt>
                <c:pt idx="9">
                  <c:v>96.130833333333328</c:v>
                </c:pt>
                <c:pt idx="10">
                  <c:v>96.032727272727286</c:v>
                </c:pt>
                <c:pt idx="11">
                  <c:v>96.25181818181818</c:v>
                </c:pt>
                <c:pt idx="12">
                  <c:v>96.781818181818167</c:v>
                </c:pt>
                <c:pt idx="13">
                  <c:v>95.780833333333348</c:v>
                </c:pt>
                <c:pt idx="14">
                  <c:v>97.114999999999995</c:v>
                </c:pt>
                <c:pt idx="15">
                  <c:v>95.834999999999994</c:v>
                </c:pt>
                <c:pt idx="16">
                  <c:v>92.851666666666674</c:v>
                </c:pt>
                <c:pt idx="17">
                  <c:v>96.549090909090921</c:v>
                </c:pt>
                <c:pt idx="18">
                  <c:v>93.328333333333333</c:v>
                </c:pt>
                <c:pt idx="19">
                  <c:v>96.625833333333333</c:v>
                </c:pt>
                <c:pt idx="20">
                  <c:v>97.220833333333317</c:v>
                </c:pt>
                <c:pt idx="21">
                  <c:v>94.395000000000024</c:v>
                </c:pt>
                <c:pt idx="22">
                  <c:v>95.686666666666653</c:v>
                </c:pt>
                <c:pt idx="23">
                  <c:v>95.024999999999991</c:v>
                </c:pt>
                <c:pt idx="24">
                  <c:v>94.857500000000002</c:v>
                </c:pt>
                <c:pt idx="25">
                  <c:v>95.315000000000012</c:v>
                </c:pt>
                <c:pt idx="26">
                  <c:v>96.165000000000006</c:v>
                </c:pt>
                <c:pt idx="27">
                  <c:v>95.75333333333333</c:v>
                </c:pt>
                <c:pt idx="28">
                  <c:v>96.204999999999998</c:v>
                </c:pt>
                <c:pt idx="29">
                  <c:v>95.889166666666668</c:v>
                </c:pt>
                <c:pt idx="30">
                  <c:v>95.1875</c:v>
                </c:pt>
                <c:pt idx="31">
                  <c:v>95.245000000000005</c:v>
                </c:pt>
                <c:pt idx="32">
                  <c:v>95.950909090909093</c:v>
                </c:pt>
                <c:pt idx="33">
                  <c:v>93.666666666666643</c:v>
                </c:pt>
                <c:pt idx="34">
                  <c:v>94.033333333333346</c:v>
                </c:pt>
                <c:pt idx="35">
                  <c:v>96.466666666666683</c:v>
                </c:pt>
                <c:pt idx="36">
                  <c:v>94.993333333333339</c:v>
                </c:pt>
                <c:pt idx="37">
                  <c:v>96.477499999999978</c:v>
                </c:pt>
                <c:pt idx="38">
                  <c:v>94.451666666666668</c:v>
                </c:pt>
                <c:pt idx="39">
                  <c:v>94.660000000000011</c:v>
                </c:pt>
                <c:pt idx="40">
                  <c:v>95.111666666666679</c:v>
                </c:pt>
                <c:pt idx="41">
                  <c:v>95.578333333333333</c:v>
                </c:pt>
                <c:pt idx="42">
                  <c:v>95.649166666666659</c:v>
                </c:pt>
                <c:pt idx="43">
                  <c:v>96.518333333333331</c:v>
                </c:pt>
                <c:pt idx="44">
                  <c:v>94.079166666666666</c:v>
                </c:pt>
                <c:pt idx="45">
                  <c:v>96.236666666666679</c:v>
                </c:pt>
                <c:pt idx="46">
                  <c:v>95.009166666666658</c:v>
                </c:pt>
                <c:pt idx="47">
                  <c:v>96.695833333333326</c:v>
                </c:pt>
                <c:pt idx="48">
                  <c:v>94.84666666666665</c:v>
                </c:pt>
                <c:pt idx="49">
                  <c:v>94.857500000000002</c:v>
                </c:pt>
                <c:pt idx="50">
                  <c:v>95.593333333333348</c:v>
                </c:pt>
                <c:pt idx="51">
                  <c:v>94.706666666666663</c:v>
                </c:pt>
                <c:pt idx="52">
                  <c:v>95.412500000000009</c:v>
                </c:pt>
                <c:pt idx="53">
                  <c:v>94.764166666666668</c:v>
                </c:pt>
                <c:pt idx="54">
                  <c:v>95.522499999999994</c:v>
                </c:pt>
                <c:pt idx="55">
                  <c:v>95.495000000000005</c:v>
                </c:pt>
                <c:pt idx="56">
                  <c:v>94.55083333333333</c:v>
                </c:pt>
                <c:pt idx="57">
                  <c:v>95.21</c:v>
                </c:pt>
                <c:pt idx="58">
                  <c:v>96.165000000000006</c:v>
                </c:pt>
                <c:pt idx="59">
                  <c:v>96.120833333333337</c:v>
                </c:pt>
                <c:pt idx="60">
                  <c:v>95.308333333333323</c:v>
                </c:pt>
                <c:pt idx="61">
                  <c:v>95.151666666666685</c:v>
                </c:pt>
                <c:pt idx="62">
                  <c:v>94.892499999999998</c:v>
                </c:pt>
                <c:pt idx="63">
                  <c:v>94.609166666666667</c:v>
                </c:pt>
                <c:pt idx="64">
                  <c:v>95.222500000000011</c:v>
                </c:pt>
                <c:pt idx="65">
                  <c:v>95.909166666666678</c:v>
                </c:pt>
                <c:pt idx="66">
                  <c:v>96.310000000000016</c:v>
                </c:pt>
                <c:pt idx="67">
                  <c:v>94.19083333333333</c:v>
                </c:pt>
                <c:pt idx="68">
                  <c:v>95.234166666666667</c:v>
                </c:pt>
                <c:pt idx="69">
                  <c:v>95.632500000000007</c:v>
                </c:pt>
                <c:pt idx="70">
                  <c:v>95.345000000000013</c:v>
                </c:pt>
                <c:pt idx="71">
                  <c:v>96.597500000000011</c:v>
                </c:pt>
                <c:pt idx="72">
                  <c:v>96.451666666666654</c:v>
                </c:pt>
                <c:pt idx="73">
                  <c:v>95.680833333333339</c:v>
                </c:pt>
                <c:pt idx="74">
                  <c:v>96.373333333333335</c:v>
                </c:pt>
                <c:pt idx="75">
                  <c:v>95.747500000000002</c:v>
                </c:pt>
                <c:pt idx="76">
                  <c:v>95.757499999999993</c:v>
                </c:pt>
                <c:pt idx="77">
                  <c:v>95.331666666666663</c:v>
                </c:pt>
                <c:pt idx="78">
                  <c:v>96.43</c:v>
                </c:pt>
                <c:pt idx="79">
                  <c:v>95.893333333333317</c:v>
                </c:pt>
                <c:pt idx="80">
                  <c:v>94.921666666666681</c:v>
                </c:pt>
                <c:pt idx="81">
                  <c:v>96.31583333333333</c:v>
                </c:pt>
                <c:pt idx="82">
                  <c:v>95.655833333333348</c:v>
                </c:pt>
                <c:pt idx="83">
                  <c:v>95.770833333333329</c:v>
                </c:pt>
                <c:pt idx="84">
                  <c:v>95.194999999999993</c:v>
                </c:pt>
                <c:pt idx="85">
                  <c:v>95.517499999999998</c:v>
                </c:pt>
                <c:pt idx="86">
                  <c:v>95.064999999999998</c:v>
                </c:pt>
                <c:pt idx="87">
                  <c:v>94.920833333333348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7BA-401E-934B-8267CB6DD4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04559056"/>
        <c:axId val="1804543696"/>
      </c:lineChart>
      <c:catAx>
        <c:axId val="18045590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4543696"/>
        <c:crosses val="autoZero"/>
        <c:auto val="1"/>
        <c:lblAlgn val="ctr"/>
        <c:lblOffset val="100"/>
        <c:noMultiLvlLbl val="0"/>
      </c:catAx>
      <c:valAx>
        <c:axId val="1804543696"/>
        <c:scaling>
          <c:orientation val="minMax"/>
          <c:min val="9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4559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[Append FB Share_v2.xlsx]dash_piv!PivotTable4</c:name>
    <c:fmtId val="10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AMBON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bg1">
                <a:lumMod val="6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bg1">
                <a:lumMod val="6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bg1">
                <a:lumMod val="6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dash_piv!$BH$3</c:f>
              <c:strCache>
                <c:ptCount val="1"/>
                <c:pt idx="0">
                  <c:v>_Telkomsel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dash_piv!$BG$4:$BG$92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dash_piv!$BH$4:$BH$92</c:f>
              <c:numCache>
                <c:formatCode>General</c:formatCode>
                <c:ptCount val="88"/>
                <c:pt idx="0">
                  <c:v>94.86818181818181</c:v>
                </c:pt>
                <c:pt idx="1">
                  <c:v>95.019090909090892</c:v>
                </c:pt>
                <c:pt idx="2">
                  <c:v>94.853636363636369</c:v>
                </c:pt>
                <c:pt idx="3">
                  <c:v>94.780000000000015</c:v>
                </c:pt>
                <c:pt idx="4">
                  <c:v>94.559090909090898</c:v>
                </c:pt>
                <c:pt idx="5">
                  <c:v>95.234545454545469</c:v>
                </c:pt>
                <c:pt idx="6">
                  <c:v>94.472727272727283</c:v>
                </c:pt>
                <c:pt idx="7">
                  <c:v>94.691818181818178</c:v>
                </c:pt>
                <c:pt idx="8">
                  <c:v>94.743636363636369</c:v>
                </c:pt>
                <c:pt idx="9">
                  <c:v>94.095454545454544</c:v>
                </c:pt>
                <c:pt idx="10">
                  <c:v>95.289090909090916</c:v>
                </c:pt>
                <c:pt idx="11">
                  <c:v>95.107272727272729</c:v>
                </c:pt>
                <c:pt idx="12">
                  <c:v>93.780909090909077</c:v>
                </c:pt>
                <c:pt idx="13">
                  <c:v>94.38363636363637</c:v>
                </c:pt>
                <c:pt idx="14">
                  <c:v>93.787272727272708</c:v>
                </c:pt>
                <c:pt idx="15">
                  <c:v>94.170909090909106</c:v>
                </c:pt>
                <c:pt idx="16">
                  <c:v>94.821818181818173</c:v>
                </c:pt>
                <c:pt idx="17">
                  <c:v>96.031818181818196</c:v>
                </c:pt>
                <c:pt idx="18">
                  <c:v>95.576363636363652</c:v>
                </c:pt>
                <c:pt idx="19">
                  <c:v>95.135454545454522</c:v>
                </c:pt>
                <c:pt idx="20">
                  <c:v>95.971818181818193</c:v>
                </c:pt>
                <c:pt idx="21">
                  <c:v>95.717272727272714</c:v>
                </c:pt>
                <c:pt idx="22">
                  <c:v>95.662727272727267</c:v>
                </c:pt>
                <c:pt idx="23">
                  <c:v>96.191818181818178</c:v>
                </c:pt>
                <c:pt idx="24">
                  <c:v>95.49454545454546</c:v>
                </c:pt>
                <c:pt idx="25">
                  <c:v>95.220000000000013</c:v>
                </c:pt>
                <c:pt idx="26">
                  <c:v>95.210909090909112</c:v>
                </c:pt>
                <c:pt idx="27">
                  <c:v>95.481818181818198</c:v>
                </c:pt>
                <c:pt idx="28">
                  <c:v>95.454545454545453</c:v>
                </c:pt>
                <c:pt idx="29">
                  <c:v>94.511818181818185</c:v>
                </c:pt>
                <c:pt idx="30">
                  <c:v>94.75181818181818</c:v>
                </c:pt>
                <c:pt idx="31">
                  <c:v>94.63272727272728</c:v>
                </c:pt>
                <c:pt idx="32">
                  <c:v>95.151818181818186</c:v>
                </c:pt>
                <c:pt idx="33">
                  <c:v>95.011818181818171</c:v>
                </c:pt>
                <c:pt idx="34">
                  <c:v>94.665454545454566</c:v>
                </c:pt>
                <c:pt idx="35">
                  <c:v>94.771818181818162</c:v>
                </c:pt>
                <c:pt idx="36">
                  <c:v>95.029090909090897</c:v>
                </c:pt>
                <c:pt idx="37">
                  <c:v>93.655454545454546</c:v>
                </c:pt>
                <c:pt idx="38">
                  <c:v>94.492727272727265</c:v>
                </c:pt>
                <c:pt idx="39">
                  <c:v>93.882727272727294</c:v>
                </c:pt>
                <c:pt idx="40">
                  <c:v>94.527272727272717</c:v>
                </c:pt>
                <c:pt idx="41">
                  <c:v>94.923636363636376</c:v>
                </c:pt>
                <c:pt idx="42">
                  <c:v>94.212727272727264</c:v>
                </c:pt>
                <c:pt idx="43">
                  <c:v>94.361818181818208</c:v>
                </c:pt>
                <c:pt idx="44">
                  <c:v>94.577272727272714</c:v>
                </c:pt>
                <c:pt idx="45">
                  <c:v>94.12909090909092</c:v>
                </c:pt>
                <c:pt idx="46">
                  <c:v>94.39</c:v>
                </c:pt>
                <c:pt idx="47">
                  <c:v>94.677272727272737</c:v>
                </c:pt>
                <c:pt idx="48">
                  <c:v>94.773636363636356</c:v>
                </c:pt>
                <c:pt idx="49">
                  <c:v>93.651818181818186</c:v>
                </c:pt>
                <c:pt idx="50">
                  <c:v>93.787272727272736</c:v>
                </c:pt>
                <c:pt idx="51">
                  <c:v>93.857272727272729</c:v>
                </c:pt>
                <c:pt idx="52">
                  <c:v>93.781818181818167</c:v>
                </c:pt>
                <c:pt idx="53">
                  <c:v>93.269090909090906</c:v>
                </c:pt>
                <c:pt idx="54">
                  <c:v>93.682727272727277</c:v>
                </c:pt>
                <c:pt idx="55">
                  <c:v>93.253636363636375</c:v>
                </c:pt>
                <c:pt idx="56">
                  <c:v>93.577272727272714</c:v>
                </c:pt>
                <c:pt idx="57">
                  <c:v>93.353636363636355</c:v>
                </c:pt>
                <c:pt idx="58">
                  <c:v>93.502727272727284</c:v>
                </c:pt>
                <c:pt idx="59">
                  <c:v>93.141818181818152</c:v>
                </c:pt>
                <c:pt idx="60">
                  <c:v>92.937272727272727</c:v>
                </c:pt>
                <c:pt idx="61">
                  <c:v>93.63454545454546</c:v>
                </c:pt>
                <c:pt idx="62">
                  <c:v>93.420000000000016</c:v>
                </c:pt>
                <c:pt idx="63">
                  <c:v>92.813636363636363</c:v>
                </c:pt>
                <c:pt idx="64">
                  <c:v>93.806363636363628</c:v>
                </c:pt>
                <c:pt idx="65">
                  <c:v>93.264545454545456</c:v>
                </c:pt>
                <c:pt idx="66">
                  <c:v>93.102727272727265</c:v>
                </c:pt>
                <c:pt idx="67">
                  <c:v>93.11727272727272</c:v>
                </c:pt>
                <c:pt idx="68">
                  <c:v>93.216363636363624</c:v>
                </c:pt>
                <c:pt idx="69">
                  <c:v>93.223636363636373</c:v>
                </c:pt>
                <c:pt idx="70">
                  <c:v>92.615454545454554</c:v>
                </c:pt>
                <c:pt idx="71">
                  <c:v>92.627272727272739</c:v>
                </c:pt>
                <c:pt idx="72">
                  <c:v>93.356363636363625</c:v>
                </c:pt>
                <c:pt idx="73">
                  <c:v>92.831818181818193</c:v>
                </c:pt>
                <c:pt idx="74">
                  <c:v>92.687272727272727</c:v>
                </c:pt>
                <c:pt idx="75">
                  <c:v>93.600909090909099</c:v>
                </c:pt>
                <c:pt idx="76">
                  <c:v>92.63818181818182</c:v>
                </c:pt>
                <c:pt idx="77">
                  <c:v>93.161818181818177</c:v>
                </c:pt>
                <c:pt idx="78">
                  <c:v>92.852999999999994</c:v>
                </c:pt>
                <c:pt idx="79">
                  <c:v>92.137</c:v>
                </c:pt>
                <c:pt idx="80">
                  <c:v>92.589000000000013</c:v>
                </c:pt>
                <c:pt idx="81">
                  <c:v>93.163000000000011</c:v>
                </c:pt>
                <c:pt idx="82">
                  <c:v>92.763000000000005</c:v>
                </c:pt>
                <c:pt idx="83">
                  <c:v>92.792000000000002</c:v>
                </c:pt>
                <c:pt idx="84">
                  <c:v>93.183999999999997</c:v>
                </c:pt>
                <c:pt idx="85">
                  <c:v>93.219000000000023</c:v>
                </c:pt>
                <c:pt idx="86">
                  <c:v>93.085999999999984</c:v>
                </c:pt>
                <c:pt idx="87">
                  <c:v>92.181999999999988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2A2-4F85-83CB-8EA5D75A30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9483072"/>
        <c:axId val="2069483552"/>
      </c:lineChart>
      <c:lineChart>
        <c:grouping val="standard"/>
        <c:varyColors val="0"/>
        <c:ser>
          <c:idx val="1"/>
          <c:order val="1"/>
          <c:tx>
            <c:strRef>
              <c:f>dash_piv!$BI$3</c:f>
              <c:strCache>
                <c:ptCount val="1"/>
                <c:pt idx="0">
                  <c:v>_IOH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strRef>
              <c:f>dash_piv!$BG$4:$BG$92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dash_piv!$BI$4:$BI$92</c:f>
              <c:numCache>
                <c:formatCode>General</c:formatCode>
                <c:ptCount val="88"/>
                <c:pt idx="0">
                  <c:v>1.9281818181818187</c:v>
                </c:pt>
                <c:pt idx="1">
                  <c:v>1.8463636363636362</c:v>
                </c:pt>
                <c:pt idx="2">
                  <c:v>1.9299999999999997</c:v>
                </c:pt>
                <c:pt idx="3">
                  <c:v>1.9850000000000001</c:v>
                </c:pt>
                <c:pt idx="4">
                  <c:v>1.8609090909090908</c:v>
                </c:pt>
                <c:pt idx="5">
                  <c:v>1.8754545454545453</c:v>
                </c:pt>
                <c:pt idx="6">
                  <c:v>1.907</c:v>
                </c:pt>
                <c:pt idx="7">
                  <c:v>1.7972727272727271</c:v>
                </c:pt>
                <c:pt idx="8">
                  <c:v>2.0090909090909088</c:v>
                </c:pt>
                <c:pt idx="9">
                  <c:v>2.1800000000000002</c:v>
                </c:pt>
                <c:pt idx="10">
                  <c:v>2.230909090909091</c:v>
                </c:pt>
                <c:pt idx="11">
                  <c:v>2.5227272727272729</c:v>
                </c:pt>
                <c:pt idx="12">
                  <c:v>2.6563636363636367</c:v>
                </c:pt>
                <c:pt idx="13">
                  <c:v>2.6654545454545455</c:v>
                </c:pt>
                <c:pt idx="14">
                  <c:v>2.7672727272727276</c:v>
                </c:pt>
                <c:pt idx="15">
                  <c:v>2.9654545454545453</c:v>
                </c:pt>
                <c:pt idx="16">
                  <c:v>2.9890909090909092</c:v>
                </c:pt>
                <c:pt idx="17">
                  <c:v>3.1881818181818176</c:v>
                </c:pt>
                <c:pt idx="18">
                  <c:v>3.3654545454545457</c:v>
                </c:pt>
                <c:pt idx="19">
                  <c:v>3.5454545454545454</c:v>
                </c:pt>
                <c:pt idx="20">
                  <c:v>3.6572727272727277</c:v>
                </c:pt>
                <c:pt idx="21">
                  <c:v>3.8709090909090906</c:v>
                </c:pt>
                <c:pt idx="22">
                  <c:v>3.9336363636363632</c:v>
                </c:pt>
                <c:pt idx="23">
                  <c:v>3.9627272727272729</c:v>
                </c:pt>
                <c:pt idx="24">
                  <c:v>4.0209090909090923</c:v>
                </c:pt>
                <c:pt idx="25">
                  <c:v>4.0500000000000007</c:v>
                </c:pt>
                <c:pt idx="26">
                  <c:v>4.1490909090909094</c:v>
                </c:pt>
                <c:pt idx="27">
                  <c:v>4.254545454545454</c:v>
                </c:pt>
                <c:pt idx="28">
                  <c:v>4.3554545454545455</c:v>
                </c:pt>
                <c:pt idx="29">
                  <c:v>4.4245454545454539</c:v>
                </c:pt>
                <c:pt idx="30">
                  <c:v>4.4072727272727272</c:v>
                </c:pt>
                <c:pt idx="31">
                  <c:v>4.4481818181818182</c:v>
                </c:pt>
                <c:pt idx="32">
                  <c:v>4.6372727272727268</c:v>
                </c:pt>
                <c:pt idx="33">
                  <c:v>4.5627272727272725</c:v>
                </c:pt>
                <c:pt idx="34">
                  <c:v>5.3981818181818184</c:v>
                </c:pt>
                <c:pt idx="35">
                  <c:v>5.4454545454545453</c:v>
                </c:pt>
                <c:pt idx="36">
                  <c:v>5.75</c:v>
                </c:pt>
                <c:pt idx="37">
                  <c:v>5.8563636363636364</c:v>
                </c:pt>
                <c:pt idx="38">
                  <c:v>5.9136363636363631</c:v>
                </c:pt>
                <c:pt idx="39">
                  <c:v>6.0136363636363646</c:v>
                </c:pt>
                <c:pt idx="40">
                  <c:v>6.1763636363636358</c:v>
                </c:pt>
                <c:pt idx="41">
                  <c:v>6.3427272727272737</c:v>
                </c:pt>
                <c:pt idx="42">
                  <c:v>6.1054545454545464</c:v>
                </c:pt>
                <c:pt idx="43">
                  <c:v>6.083636363636364</c:v>
                </c:pt>
                <c:pt idx="44">
                  <c:v>6.0790909090909091</c:v>
                </c:pt>
                <c:pt idx="45">
                  <c:v>6.0736363636363642</c:v>
                </c:pt>
                <c:pt idx="46">
                  <c:v>5.9936363636363632</c:v>
                </c:pt>
                <c:pt idx="47">
                  <c:v>6.2172727272727277</c:v>
                </c:pt>
                <c:pt idx="48">
                  <c:v>5.8445454545454547</c:v>
                </c:pt>
                <c:pt idx="49">
                  <c:v>6.0799999999999992</c:v>
                </c:pt>
                <c:pt idx="50">
                  <c:v>6.3809090909090891</c:v>
                </c:pt>
                <c:pt idx="51">
                  <c:v>6.5036363636363639</c:v>
                </c:pt>
                <c:pt idx="52">
                  <c:v>6.3427272727272728</c:v>
                </c:pt>
                <c:pt idx="53">
                  <c:v>6.5218181818181815</c:v>
                </c:pt>
                <c:pt idx="54">
                  <c:v>6.5218181818181797</c:v>
                </c:pt>
                <c:pt idx="55">
                  <c:v>6.6781818181818178</c:v>
                </c:pt>
                <c:pt idx="56">
                  <c:v>6.4336363636363636</c:v>
                </c:pt>
                <c:pt idx="57">
                  <c:v>6.3836363636363638</c:v>
                </c:pt>
                <c:pt idx="58">
                  <c:v>6.1372727272727294</c:v>
                </c:pt>
                <c:pt idx="59">
                  <c:v>6.5736363636363624</c:v>
                </c:pt>
                <c:pt idx="60">
                  <c:v>6.6045454545454554</c:v>
                </c:pt>
                <c:pt idx="61">
                  <c:v>6.6936363636363643</c:v>
                </c:pt>
                <c:pt idx="62">
                  <c:v>6.2990909090909097</c:v>
                </c:pt>
                <c:pt idx="63">
                  <c:v>6.2018181818181821</c:v>
                </c:pt>
                <c:pt idx="64">
                  <c:v>6.3254545454545452</c:v>
                </c:pt>
                <c:pt idx="65">
                  <c:v>6.3736363636363649</c:v>
                </c:pt>
                <c:pt idx="66">
                  <c:v>6.3654545454545453</c:v>
                </c:pt>
                <c:pt idx="67">
                  <c:v>6.3209090909090913</c:v>
                </c:pt>
                <c:pt idx="68">
                  <c:v>6.3254545454545452</c:v>
                </c:pt>
                <c:pt idx="69">
                  <c:v>6.4209090909090909</c:v>
                </c:pt>
                <c:pt idx="70">
                  <c:v>6.2854545454545443</c:v>
                </c:pt>
                <c:pt idx="71">
                  <c:v>6.5127272727272745</c:v>
                </c:pt>
                <c:pt idx="72">
                  <c:v>6.3563636363636355</c:v>
                </c:pt>
                <c:pt idx="73">
                  <c:v>5.8318181818181811</c:v>
                </c:pt>
                <c:pt idx="74">
                  <c:v>6.4836363636363643</c:v>
                </c:pt>
                <c:pt idx="75">
                  <c:v>6.6009090909090906</c:v>
                </c:pt>
                <c:pt idx="76">
                  <c:v>6.5763636363636353</c:v>
                </c:pt>
                <c:pt idx="77">
                  <c:v>6.753636363636363</c:v>
                </c:pt>
                <c:pt idx="78">
                  <c:v>6.5489999999999995</c:v>
                </c:pt>
                <c:pt idx="79">
                  <c:v>6.5259999999999989</c:v>
                </c:pt>
                <c:pt idx="80">
                  <c:v>6.5930000000000009</c:v>
                </c:pt>
                <c:pt idx="81">
                  <c:v>6.4580000000000002</c:v>
                </c:pt>
                <c:pt idx="82">
                  <c:v>6.4620000000000006</c:v>
                </c:pt>
                <c:pt idx="83">
                  <c:v>6.2010000000000005</c:v>
                </c:pt>
                <c:pt idx="84">
                  <c:v>6.4469999999999983</c:v>
                </c:pt>
                <c:pt idx="85">
                  <c:v>6.5869999999999989</c:v>
                </c:pt>
                <c:pt idx="86">
                  <c:v>6.6790000000000003</c:v>
                </c:pt>
                <c:pt idx="87">
                  <c:v>6.7330000000000014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2A2-4F85-83CB-8EA5D75A3014}"/>
            </c:ext>
          </c:extLst>
        </c:ser>
        <c:ser>
          <c:idx val="2"/>
          <c:order val="2"/>
          <c:tx>
            <c:strRef>
              <c:f>dash_piv!$BJ$3</c:f>
              <c:strCache>
                <c:ptCount val="1"/>
                <c:pt idx="0">
                  <c:v>_XLS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strRef>
              <c:f>dash_piv!$BG$4:$BG$92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dash_piv!$BJ$4:$BJ$92</c:f>
              <c:numCache>
                <c:formatCode>General</c:formatCode>
                <c:ptCount val="88"/>
                <c:pt idx="0">
                  <c:v>1.3467272727272728</c:v>
                </c:pt>
                <c:pt idx="1">
                  <c:v>1.3565</c:v>
                </c:pt>
                <c:pt idx="2">
                  <c:v>1.429</c:v>
                </c:pt>
                <c:pt idx="3">
                  <c:v>1.4240909090909093</c:v>
                </c:pt>
                <c:pt idx="4">
                  <c:v>1.3845454545454547</c:v>
                </c:pt>
                <c:pt idx="5">
                  <c:v>1.3320000000000001</c:v>
                </c:pt>
                <c:pt idx="6">
                  <c:v>1.3296666666666668</c:v>
                </c:pt>
                <c:pt idx="7">
                  <c:v>1.2190000000000001</c:v>
                </c:pt>
                <c:pt idx="8">
                  <c:v>1.2495454545454547</c:v>
                </c:pt>
                <c:pt idx="9">
                  <c:v>1.4333333333333333</c:v>
                </c:pt>
                <c:pt idx="10">
                  <c:v>1.3876666666666666</c:v>
                </c:pt>
                <c:pt idx="11">
                  <c:v>1.4509999999999996</c:v>
                </c:pt>
                <c:pt idx="12">
                  <c:v>1.274</c:v>
                </c:pt>
                <c:pt idx="13">
                  <c:v>1.3198484848484848</c:v>
                </c:pt>
                <c:pt idx="14">
                  <c:v>1.3070000000000002</c:v>
                </c:pt>
                <c:pt idx="15">
                  <c:v>1.2524242424242422</c:v>
                </c:pt>
                <c:pt idx="16">
                  <c:v>1.3315000000000001</c:v>
                </c:pt>
                <c:pt idx="17">
                  <c:v>1.4713333333333336</c:v>
                </c:pt>
                <c:pt idx="18">
                  <c:v>1.4197500000000001</c:v>
                </c:pt>
                <c:pt idx="19">
                  <c:v>1.3420000000000001</c:v>
                </c:pt>
                <c:pt idx="20">
                  <c:v>1.3490000000000002</c:v>
                </c:pt>
                <c:pt idx="21">
                  <c:v>1.3823333333333334</c:v>
                </c:pt>
                <c:pt idx="22">
                  <c:v>1.2657575757575756</c:v>
                </c:pt>
                <c:pt idx="23">
                  <c:v>1.2906666666666664</c:v>
                </c:pt>
                <c:pt idx="24">
                  <c:v>1.4043333333333334</c:v>
                </c:pt>
                <c:pt idx="25">
                  <c:v>1.321</c:v>
                </c:pt>
                <c:pt idx="26">
                  <c:v>1.2878787878787881</c:v>
                </c:pt>
                <c:pt idx="27">
                  <c:v>1.2509999999999999</c:v>
                </c:pt>
                <c:pt idx="28">
                  <c:v>1.5744444444444445</c:v>
                </c:pt>
                <c:pt idx="29">
                  <c:v>1.3752857142857144</c:v>
                </c:pt>
                <c:pt idx="30">
                  <c:v>1.375</c:v>
                </c:pt>
                <c:pt idx="31">
                  <c:v>1.4299999999999997</c:v>
                </c:pt>
                <c:pt idx="32">
                  <c:v>1.3839999999999999</c:v>
                </c:pt>
                <c:pt idx="33">
                  <c:v>1.25325</c:v>
                </c:pt>
                <c:pt idx="34">
                  <c:v>1.2892857142857141</c:v>
                </c:pt>
                <c:pt idx="35">
                  <c:v>1.2780000000000002</c:v>
                </c:pt>
                <c:pt idx="36">
                  <c:v>1.1944285714285714</c:v>
                </c:pt>
                <c:pt idx="37">
                  <c:v>1.1849999999999998</c:v>
                </c:pt>
                <c:pt idx="38">
                  <c:v>1.126857142857143</c:v>
                </c:pt>
                <c:pt idx="39">
                  <c:v>1.290909090909091</c:v>
                </c:pt>
                <c:pt idx="40">
                  <c:v>1.1985000000000001</c:v>
                </c:pt>
                <c:pt idx="41">
                  <c:v>1.1011111111111112</c:v>
                </c:pt>
                <c:pt idx="42">
                  <c:v>1.1542500000000002</c:v>
                </c:pt>
                <c:pt idx="43">
                  <c:v>1.129</c:v>
                </c:pt>
                <c:pt idx="44">
                  <c:v>1.1040000000000001</c:v>
                </c:pt>
                <c:pt idx="45">
                  <c:v>1.2487142857142857</c:v>
                </c:pt>
                <c:pt idx="46">
                  <c:v>1.2170000000000001</c:v>
                </c:pt>
                <c:pt idx="47">
                  <c:v>1.3459999999999996</c:v>
                </c:pt>
                <c:pt idx="48">
                  <c:v>1.346111111111111</c:v>
                </c:pt>
                <c:pt idx="49">
                  <c:v>1.3362499999999999</c:v>
                </c:pt>
                <c:pt idx="50">
                  <c:v>1.411</c:v>
                </c:pt>
                <c:pt idx="51">
                  <c:v>1.479888888888889</c:v>
                </c:pt>
                <c:pt idx="52">
                  <c:v>1.5234444444444446</c:v>
                </c:pt>
                <c:pt idx="53">
                  <c:v>1.543666666666667</c:v>
                </c:pt>
                <c:pt idx="54">
                  <c:v>1.5579999999999998</c:v>
                </c:pt>
                <c:pt idx="55">
                  <c:v>1.4887499999999998</c:v>
                </c:pt>
                <c:pt idx="56">
                  <c:v>1.49125</c:v>
                </c:pt>
                <c:pt idx="57">
                  <c:v>1.6127777777777781</c:v>
                </c:pt>
                <c:pt idx="58">
                  <c:v>1.5156666666666667</c:v>
                </c:pt>
                <c:pt idx="59">
                  <c:v>1.6179999999999999</c:v>
                </c:pt>
                <c:pt idx="60">
                  <c:v>1.5067777777777778</c:v>
                </c:pt>
                <c:pt idx="61">
                  <c:v>1.4955555555555557</c:v>
                </c:pt>
                <c:pt idx="62">
                  <c:v>1.6161818181818184</c:v>
                </c:pt>
                <c:pt idx="63">
                  <c:v>1.4130000000000003</c:v>
                </c:pt>
                <c:pt idx="64">
                  <c:v>1.4011111111111114</c:v>
                </c:pt>
                <c:pt idx="65">
                  <c:v>1.4570909090909092</c:v>
                </c:pt>
                <c:pt idx="66">
                  <c:v>1.1443333333333332</c:v>
                </c:pt>
                <c:pt idx="67">
                  <c:v>1.4101136363636362</c:v>
                </c:pt>
                <c:pt idx="68">
                  <c:v>1.0929999999999997</c:v>
                </c:pt>
                <c:pt idx="69">
                  <c:v>1.2055555555555555</c:v>
                </c:pt>
                <c:pt idx="70">
                  <c:v>1.0774999999999999</c:v>
                </c:pt>
                <c:pt idx="71">
                  <c:v>1.07375</c:v>
                </c:pt>
                <c:pt idx="72">
                  <c:v>1.1359722222222224</c:v>
                </c:pt>
                <c:pt idx="73">
                  <c:v>1.67</c:v>
                </c:pt>
                <c:pt idx="74">
                  <c:v>1.006</c:v>
                </c:pt>
                <c:pt idx="75">
                  <c:v>1.0547142857142857</c:v>
                </c:pt>
                <c:pt idx="76">
                  <c:v>1.1548888888888891</c:v>
                </c:pt>
                <c:pt idx="77">
                  <c:v>1.0189999999999999</c:v>
                </c:pt>
                <c:pt idx="78">
                  <c:v>1.0722222222222222</c:v>
                </c:pt>
                <c:pt idx="79">
                  <c:v>1.08</c:v>
                </c:pt>
                <c:pt idx="80">
                  <c:v>1.0895555555555556</c:v>
                </c:pt>
                <c:pt idx="81">
                  <c:v>1.0697777777777777</c:v>
                </c:pt>
                <c:pt idx="82">
                  <c:v>1.1083333333333334</c:v>
                </c:pt>
                <c:pt idx="83">
                  <c:v>1.0333333333333332</c:v>
                </c:pt>
                <c:pt idx="84">
                  <c:v>1.0069444444444444</c:v>
                </c:pt>
                <c:pt idx="85">
                  <c:v>1.4155555555555555</c:v>
                </c:pt>
                <c:pt idx="86">
                  <c:v>1.113</c:v>
                </c:pt>
                <c:pt idx="87">
                  <c:v>1.0088888888888889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2A2-4F85-83CB-8EA5D75A30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0533728"/>
        <c:axId val="156395920"/>
      </c:lineChart>
      <c:catAx>
        <c:axId val="2069483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9483552"/>
        <c:crosses val="autoZero"/>
        <c:auto val="1"/>
        <c:lblAlgn val="ctr"/>
        <c:lblOffset val="100"/>
        <c:noMultiLvlLbl val="0"/>
      </c:catAx>
      <c:valAx>
        <c:axId val="2069483552"/>
        <c:scaling>
          <c:orientation val="minMax"/>
        </c:scaling>
        <c:delete val="0"/>
        <c:axPos val="l"/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9483072"/>
        <c:crosses val="autoZero"/>
        <c:crossBetween val="between"/>
      </c:valAx>
      <c:valAx>
        <c:axId val="15639592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0533728"/>
        <c:crosses val="max"/>
        <c:crossBetween val="between"/>
      </c:valAx>
      <c:catAx>
        <c:axId val="4005337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63959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[Append FB Share_v2.xlsx]dash_piv!PivotTable5</c:name>
    <c:fmtId val="1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JAYAPURA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bg1">
                <a:lumMod val="6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bg1">
                <a:lumMod val="6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bg1">
                <a:lumMod val="6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dash_piv!$BN$3</c:f>
              <c:strCache>
                <c:ptCount val="1"/>
                <c:pt idx="0">
                  <c:v>_Telkomsel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dash_piv!$BM$4:$BM$92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dash_piv!$BN$4:$BN$92</c:f>
              <c:numCache>
                <c:formatCode>General</c:formatCode>
                <c:ptCount val="88"/>
                <c:pt idx="0">
                  <c:v>97.801249999999982</c:v>
                </c:pt>
                <c:pt idx="1">
                  <c:v>97.48937500000001</c:v>
                </c:pt>
                <c:pt idx="2">
                  <c:v>98.103750000000005</c:v>
                </c:pt>
                <c:pt idx="3">
                  <c:v>98.710625000000007</c:v>
                </c:pt>
                <c:pt idx="4">
                  <c:v>98.647499999999994</c:v>
                </c:pt>
                <c:pt idx="5">
                  <c:v>95.994374999999991</c:v>
                </c:pt>
                <c:pt idx="6">
                  <c:v>98.883750000000006</c:v>
                </c:pt>
                <c:pt idx="7">
                  <c:v>98.907500000000013</c:v>
                </c:pt>
                <c:pt idx="8">
                  <c:v>93.809285714285707</c:v>
                </c:pt>
                <c:pt idx="9">
                  <c:v>94.894285714285715</c:v>
                </c:pt>
                <c:pt idx="10">
                  <c:v>96.882857142857148</c:v>
                </c:pt>
                <c:pt idx="11">
                  <c:v>97.064615384615394</c:v>
                </c:pt>
                <c:pt idx="12">
                  <c:v>97.902142857142863</c:v>
                </c:pt>
                <c:pt idx="13">
                  <c:v>96.613571428571419</c:v>
                </c:pt>
                <c:pt idx="14">
                  <c:v>95.747142857142862</c:v>
                </c:pt>
                <c:pt idx="15">
                  <c:v>97.527692307692305</c:v>
                </c:pt>
                <c:pt idx="16">
                  <c:v>97.530714285714296</c:v>
                </c:pt>
                <c:pt idx="17">
                  <c:v>97.588461538461544</c:v>
                </c:pt>
                <c:pt idx="18">
                  <c:v>97.857692307692318</c:v>
                </c:pt>
                <c:pt idx="19">
                  <c:v>97.77769230769232</c:v>
                </c:pt>
                <c:pt idx="20">
                  <c:v>96.170714285714297</c:v>
                </c:pt>
                <c:pt idx="21">
                  <c:v>98.040769230769229</c:v>
                </c:pt>
                <c:pt idx="22">
                  <c:v>96.905384615384619</c:v>
                </c:pt>
                <c:pt idx="23">
                  <c:v>97.433076923076911</c:v>
                </c:pt>
                <c:pt idx="24">
                  <c:v>97.676153846153838</c:v>
                </c:pt>
                <c:pt idx="25">
                  <c:v>96.343076923076907</c:v>
                </c:pt>
                <c:pt idx="26">
                  <c:v>95.817142857142841</c:v>
                </c:pt>
                <c:pt idx="27">
                  <c:v>97.245000000000005</c:v>
                </c:pt>
                <c:pt idx="28">
                  <c:v>95.64</c:v>
                </c:pt>
                <c:pt idx="29">
                  <c:v>97.099230769230772</c:v>
                </c:pt>
                <c:pt idx="30">
                  <c:v>97.772307692307692</c:v>
                </c:pt>
                <c:pt idx="31">
                  <c:v>96.281538461538474</c:v>
                </c:pt>
                <c:pt idx="32">
                  <c:v>96.11615384615385</c:v>
                </c:pt>
                <c:pt idx="33">
                  <c:v>96.61999999999999</c:v>
                </c:pt>
                <c:pt idx="34">
                  <c:v>97.103846153846149</c:v>
                </c:pt>
                <c:pt idx="35">
                  <c:v>97.074615384615385</c:v>
                </c:pt>
                <c:pt idx="36">
                  <c:v>96.984615384615381</c:v>
                </c:pt>
                <c:pt idx="37">
                  <c:v>95.71307692307694</c:v>
                </c:pt>
                <c:pt idx="38">
                  <c:v>96.221538461538472</c:v>
                </c:pt>
                <c:pt idx="39">
                  <c:v>96.85071428571429</c:v>
                </c:pt>
                <c:pt idx="40">
                  <c:v>97.333076923076916</c:v>
                </c:pt>
                <c:pt idx="41">
                  <c:v>97.303846153846138</c:v>
                </c:pt>
                <c:pt idx="42">
                  <c:v>96.871538461538449</c:v>
                </c:pt>
                <c:pt idx="43">
                  <c:v>97.330769230769221</c:v>
                </c:pt>
                <c:pt idx="44">
                  <c:v>96.157692307692315</c:v>
                </c:pt>
                <c:pt idx="45">
                  <c:v>96.67307692307692</c:v>
                </c:pt>
                <c:pt idx="46">
                  <c:v>96.68769230769233</c:v>
                </c:pt>
                <c:pt idx="47">
                  <c:v>95.697692307692321</c:v>
                </c:pt>
                <c:pt idx="48">
                  <c:v>96.713076923076926</c:v>
                </c:pt>
                <c:pt idx="49">
                  <c:v>96.723076923076917</c:v>
                </c:pt>
                <c:pt idx="50">
                  <c:v>94.80153846153847</c:v>
                </c:pt>
                <c:pt idx="51">
                  <c:v>97.278461538461542</c:v>
                </c:pt>
                <c:pt idx="52">
                  <c:v>95.581538461538457</c:v>
                </c:pt>
                <c:pt idx="53">
                  <c:v>94.796153846153857</c:v>
                </c:pt>
                <c:pt idx="54">
                  <c:v>95.538461538461533</c:v>
                </c:pt>
                <c:pt idx="55">
                  <c:v>96.538461538461533</c:v>
                </c:pt>
                <c:pt idx="56">
                  <c:v>96.580769230769249</c:v>
                </c:pt>
                <c:pt idx="57">
                  <c:v>94.063846153846143</c:v>
                </c:pt>
                <c:pt idx="58">
                  <c:v>96.220769230769221</c:v>
                </c:pt>
                <c:pt idx="59">
                  <c:v>96.433846153846147</c:v>
                </c:pt>
                <c:pt idx="60">
                  <c:v>95.321538461538452</c:v>
                </c:pt>
                <c:pt idx="61">
                  <c:v>95.177692307692325</c:v>
                </c:pt>
                <c:pt idx="62">
                  <c:v>93.533846153846156</c:v>
                </c:pt>
                <c:pt idx="63">
                  <c:v>94.866923076923086</c:v>
                </c:pt>
                <c:pt idx="64">
                  <c:v>95.487692307692299</c:v>
                </c:pt>
                <c:pt idx="65">
                  <c:v>96.089230769230781</c:v>
                </c:pt>
                <c:pt idx="66">
                  <c:v>95.358461538461526</c:v>
                </c:pt>
                <c:pt idx="67">
                  <c:v>96.401428571428582</c:v>
                </c:pt>
                <c:pt idx="68">
                  <c:v>96.014615384615382</c:v>
                </c:pt>
                <c:pt idx="69">
                  <c:v>95.67923076923077</c:v>
                </c:pt>
                <c:pt idx="70">
                  <c:v>95.300000000000011</c:v>
                </c:pt>
                <c:pt idx="71">
                  <c:v>95.553846153846138</c:v>
                </c:pt>
                <c:pt idx="72">
                  <c:v>94.6453846153846</c:v>
                </c:pt>
                <c:pt idx="73">
                  <c:v>95.089999999999989</c:v>
                </c:pt>
                <c:pt idx="74">
                  <c:v>96.047692307692316</c:v>
                </c:pt>
                <c:pt idx="75">
                  <c:v>94.465000000000003</c:v>
                </c:pt>
                <c:pt idx="76">
                  <c:v>94.862307692307695</c:v>
                </c:pt>
                <c:pt idx="77">
                  <c:v>96.320000000000007</c:v>
                </c:pt>
                <c:pt idx="78">
                  <c:v>96.544615384615383</c:v>
                </c:pt>
                <c:pt idx="79">
                  <c:v>94.341538461538462</c:v>
                </c:pt>
                <c:pt idx="80">
                  <c:v>96.080000000000013</c:v>
                </c:pt>
                <c:pt idx="81">
                  <c:v>95.032307692307697</c:v>
                </c:pt>
                <c:pt idx="82">
                  <c:v>96.561538461538461</c:v>
                </c:pt>
                <c:pt idx="83">
                  <c:v>96.301538461538456</c:v>
                </c:pt>
                <c:pt idx="84">
                  <c:v>96.151538461538479</c:v>
                </c:pt>
                <c:pt idx="85">
                  <c:v>97.329230769230762</c:v>
                </c:pt>
                <c:pt idx="86">
                  <c:v>96.166923076923084</c:v>
                </c:pt>
                <c:pt idx="87">
                  <c:v>95.76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971-4A84-B0F4-58D06B4D7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9500352"/>
        <c:axId val="2069501312"/>
      </c:lineChart>
      <c:lineChart>
        <c:grouping val="standard"/>
        <c:varyColors val="0"/>
        <c:ser>
          <c:idx val="1"/>
          <c:order val="1"/>
          <c:tx>
            <c:strRef>
              <c:f>dash_piv!$BO$3</c:f>
              <c:strCache>
                <c:ptCount val="1"/>
                <c:pt idx="0">
                  <c:v>_IOH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strRef>
              <c:f>dash_piv!$BM$4:$BM$92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dash_piv!$BO$4:$BO$92</c:f>
              <c:numCache>
                <c:formatCode>General</c:formatCode>
                <c:ptCount val="88"/>
                <c:pt idx="0">
                  <c:v>1.2900000000000003</c:v>
                </c:pt>
                <c:pt idx="1">
                  <c:v>1.2455555555555557</c:v>
                </c:pt>
                <c:pt idx="2">
                  <c:v>1.4962500000000003</c:v>
                </c:pt>
                <c:pt idx="3">
                  <c:v>1.3777777777777775</c:v>
                </c:pt>
                <c:pt idx="4">
                  <c:v>1.30375</c:v>
                </c:pt>
                <c:pt idx="5">
                  <c:v>1.2150000000000001</c:v>
                </c:pt>
                <c:pt idx="6">
                  <c:v>3.5859999999999999</c:v>
                </c:pt>
                <c:pt idx="7">
                  <c:v>1.2625</c:v>
                </c:pt>
                <c:pt idx="8">
                  <c:v>1.4188888888888891</c:v>
                </c:pt>
                <c:pt idx="9">
                  <c:v>1.3288888888888888</c:v>
                </c:pt>
                <c:pt idx="10">
                  <c:v>1.3312499999999998</c:v>
                </c:pt>
                <c:pt idx="11">
                  <c:v>1.1966666666666668</c:v>
                </c:pt>
                <c:pt idx="12">
                  <c:v>1.4</c:v>
                </c:pt>
                <c:pt idx="13">
                  <c:v>1.3566666666666665</c:v>
                </c:pt>
                <c:pt idx="14">
                  <c:v>1.5762500000000002</c:v>
                </c:pt>
                <c:pt idx="15">
                  <c:v>1.9044444444444446</c:v>
                </c:pt>
                <c:pt idx="16">
                  <c:v>2.1388888888888888</c:v>
                </c:pt>
                <c:pt idx="17">
                  <c:v>1.8122222222222222</c:v>
                </c:pt>
                <c:pt idx="18">
                  <c:v>2.0920000000000001</c:v>
                </c:pt>
                <c:pt idx="19">
                  <c:v>2.1144444444444446</c:v>
                </c:pt>
                <c:pt idx="20">
                  <c:v>2.2666666666666666</c:v>
                </c:pt>
                <c:pt idx="21">
                  <c:v>2.4177777777777774</c:v>
                </c:pt>
                <c:pt idx="22">
                  <c:v>2.456</c:v>
                </c:pt>
                <c:pt idx="23">
                  <c:v>2.7287499999999998</c:v>
                </c:pt>
                <c:pt idx="24">
                  <c:v>2.3250000000000002</c:v>
                </c:pt>
                <c:pt idx="25">
                  <c:v>2.347</c:v>
                </c:pt>
                <c:pt idx="26">
                  <c:v>2.8222222222222224</c:v>
                </c:pt>
                <c:pt idx="27">
                  <c:v>2.8000000000000007</c:v>
                </c:pt>
                <c:pt idx="28">
                  <c:v>3.6714285714285717</c:v>
                </c:pt>
                <c:pt idx="29">
                  <c:v>3.2800000000000002</c:v>
                </c:pt>
                <c:pt idx="30">
                  <c:v>3.2009999999999996</c:v>
                </c:pt>
                <c:pt idx="31">
                  <c:v>3.1866666666666665</c:v>
                </c:pt>
                <c:pt idx="32">
                  <c:v>3.2611111111111111</c:v>
                </c:pt>
                <c:pt idx="33">
                  <c:v>3.8119999999999998</c:v>
                </c:pt>
                <c:pt idx="34">
                  <c:v>4.4444444444444446</c:v>
                </c:pt>
                <c:pt idx="35">
                  <c:v>3.82</c:v>
                </c:pt>
                <c:pt idx="36">
                  <c:v>3.5633333333333335</c:v>
                </c:pt>
                <c:pt idx="37">
                  <c:v>3.7720000000000007</c:v>
                </c:pt>
                <c:pt idx="38">
                  <c:v>4.3285714285714283</c:v>
                </c:pt>
                <c:pt idx="39">
                  <c:v>4.0037500000000001</c:v>
                </c:pt>
                <c:pt idx="40">
                  <c:v>3.7277777777777774</c:v>
                </c:pt>
                <c:pt idx="41">
                  <c:v>4.2769999999999992</c:v>
                </c:pt>
                <c:pt idx="42">
                  <c:v>3.6979999999999995</c:v>
                </c:pt>
                <c:pt idx="43">
                  <c:v>3.7530000000000001</c:v>
                </c:pt>
                <c:pt idx="44">
                  <c:v>4.0622222222222213</c:v>
                </c:pt>
                <c:pt idx="45">
                  <c:v>3.8600000000000003</c:v>
                </c:pt>
                <c:pt idx="46">
                  <c:v>3.7009999999999996</c:v>
                </c:pt>
                <c:pt idx="47">
                  <c:v>3.9122222222222232</c:v>
                </c:pt>
                <c:pt idx="48">
                  <c:v>4.3887500000000008</c:v>
                </c:pt>
                <c:pt idx="49">
                  <c:v>4.0511111111111111</c:v>
                </c:pt>
                <c:pt idx="50">
                  <c:v>4.41</c:v>
                </c:pt>
                <c:pt idx="51">
                  <c:v>4.22</c:v>
                </c:pt>
                <c:pt idx="52">
                  <c:v>4.1277777777777782</c:v>
                </c:pt>
                <c:pt idx="53">
                  <c:v>3.9750000000000001</c:v>
                </c:pt>
                <c:pt idx="54">
                  <c:v>4.09</c:v>
                </c:pt>
                <c:pt idx="55">
                  <c:v>4.1044444444444439</c:v>
                </c:pt>
                <c:pt idx="56">
                  <c:v>4.1027272727272726</c:v>
                </c:pt>
                <c:pt idx="57">
                  <c:v>4.2139999999999995</c:v>
                </c:pt>
                <c:pt idx="58">
                  <c:v>4.1199999999999992</c:v>
                </c:pt>
                <c:pt idx="59">
                  <c:v>4.62</c:v>
                </c:pt>
                <c:pt idx="60">
                  <c:v>4.0200000000000005</c:v>
                </c:pt>
                <c:pt idx="61">
                  <c:v>4.257777777777779</c:v>
                </c:pt>
                <c:pt idx="62">
                  <c:v>3.7416666666666667</c:v>
                </c:pt>
                <c:pt idx="63">
                  <c:v>7.9766666666666666</c:v>
                </c:pt>
                <c:pt idx="64">
                  <c:v>4.1530000000000005</c:v>
                </c:pt>
                <c:pt idx="65">
                  <c:v>4.2580000000000009</c:v>
                </c:pt>
                <c:pt idx="66">
                  <c:v>4.1588888888888889</c:v>
                </c:pt>
                <c:pt idx="67">
                  <c:v>3.8000000000000012</c:v>
                </c:pt>
                <c:pt idx="68">
                  <c:v>3.8860000000000006</c:v>
                </c:pt>
                <c:pt idx="69">
                  <c:v>4.0763636363636362</c:v>
                </c:pt>
                <c:pt idx="70">
                  <c:v>4.2009999999999996</c:v>
                </c:pt>
                <c:pt idx="71">
                  <c:v>3.7536363636363634</c:v>
                </c:pt>
                <c:pt idx="72">
                  <c:v>3.9269999999999996</c:v>
                </c:pt>
                <c:pt idx="73">
                  <c:v>4.7238461538461536</c:v>
                </c:pt>
                <c:pt idx="74">
                  <c:v>4.3372727272727278</c:v>
                </c:pt>
                <c:pt idx="75">
                  <c:v>3.8536363636363644</c:v>
                </c:pt>
                <c:pt idx="76">
                  <c:v>4.0881818181818179</c:v>
                </c:pt>
                <c:pt idx="77">
                  <c:v>3.9927272727272727</c:v>
                </c:pt>
                <c:pt idx="78">
                  <c:v>4.1760000000000002</c:v>
                </c:pt>
                <c:pt idx="79">
                  <c:v>4.1354545454545457</c:v>
                </c:pt>
                <c:pt idx="80">
                  <c:v>4.1088888888888881</c:v>
                </c:pt>
                <c:pt idx="81">
                  <c:v>4.3211111111111116</c:v>
                </c:pt>
                <c:pt idx="82">
                  <c:v>4.4637500000000001</c:v>
                </c:pt>
                <c:pt idx="83">
                  <c:v>4.1755555555555555</c:v>
                </c:pt>
                <c:pt idx="84">
                  <c:v>4.4537499999999994</c:v>
                </c:pt>
                <c:pt idx="85">
                  <c:v>4.4688888888888876</c:v>
                </c:pt>
                <c:pt idx="86">
                  <c:v>4.5237499999999997</c:v>
                </c:pt>
                <c:pt idx="87">
                  <c:v>3.9309090909090898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971-4A84-B0F4-58D06B4D706F}"/>
            </c:ext>
          </c:extLst>
        </c:ser>
        <c:ser>
          <c:idx val="2"/>
          <c:order val="2"/>
          <c:tx>
            <c:strRef>
              <c:f>dash_piv!$BP$3</c:f>
              <c:strCache>
                <c:ptCount val="1"/>
                <c:pt idx="0">
                  <c:v>_XLS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strRef>
              <c:f>dash_piv!$BM$4:$BM$92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dash_piv!$BP$4:$BP$92</c:f>
              <c:numCache>
                <c:formatCode>General</c:formatCode>
                <c:ptCount val="88"/>
                <c:pt idx="0">
                  <c:v>1.25325</c:v>
                </c:pt>
                <c:pt idx="1">
                  <c:v>1</c:v>
                </c:pt>
                <c:pt idx="2">
                  <c:v>1.49</c:v>
                </c:pt>
                <c:pt idx="3">
                  <c:v>1.0525</c:v>
                </c:pt>
                <c:pt idx="4">
                  <c:v>1.2677499999999999</c:v>
                </c:pt>
                <c:pt idx="5">
                  <c:v>1.2372222222222222</c:v>
                </c:pt>
                <c:pt idx="6">
                  <c:v>0.91722222222222227</c:v>
                </c:pt>
                <c:pt idx="7">
                  <c:v>1.0042857142857142</c:v>
                </c:pt>
                <c:pt idx="8">
                  <c:v>0.99904761904761918</c:v>
                </c:pt>
                <c:pt idx="9">
                  <c:v>1.2457142857142858</c:v>
                </c:pt>
                <c:pt idx="10">
                  <c:v>5.9350000000000005</c:v>
                </c:pt>
                <c:pt idx="11">
                  <c:v>1.0047619047619047</c:v>
                </c:pt>
                <c:pt idx="12">
                  <c:v>1.2661904761904765</c:v>
                </c:pt>
                <c:pt idx="13">
                  <c:v>1.1933333333333331</c:v>
                </c:pt>
                <c:pt idx="14">
                  <c:v>5.3880000000000008</c:v>
                </c:pt>
                <c:pt idx="15">
                  <c:v>1.1806666666666668</c:v>
                </c:pt>
                <c:pt idx="16">
                  <c:v>1.1207499999999999</c:v>
                </c:pt>
                <c:pt idx="17">
                  <c:v>1.56575</c:v>
                </c:pt>
                <c:pt idx="18">
                  <c:v>1.2225000000000001</c:v>
                </c:pt>
                <c:pt idx="19">
                  <c:v>1.3575000000000002</c:v>
                </c:pt>
                <c:pt idx="20">
                  <c:v>1.4770000000000001</c:v>
                </c:pt>
                <c:pt idx="21">
                  <c:v>1.7119999999999997</c:v>
                </c:pt>
                <c:pt idx="22">
                  <c:v>1.4854761904761906</c:v>
                </c:pt>
                <c:pt idx="23">
                  <c:v>1.8626666666666667</c:v>
                </c:pt>
                <c:pt idx="24">
                  <c:v>1.707857142857143</c:v>
                </c:pt>
                <c:pt idx="25">
                  <c:v>2.2164999999999999</c:v>
                </c:pt>
                <c:pt idx="26">
                  <c:v>2.15</c:v>
                </c:pt>
                <c:pt idx="27">
                  <c:v>1.754761904761905</c:v>
                </c:pt>
                <c:pt idx="28">
                  <c:v>1.719642857142857</c:v>
                </c:pt>
                <c:pt idx="29">
                  <c:v>2.0585714285714283</c:v>
                </c:pt>
                <c:pt idx="30">
                  <c:v>2.1745714285714284</c:v>
                </c:pt>
                <c:pt idx="31">
                  <c:v>1.4847619047619049</c:v>
                </c:pt>
                <c:pt idx="32">
                  <c:v>1.5476666666666667</c:v>
                </c:pt>
                <c:pt idx="33">
                  <c:v>1.7333333333333332</c:v>
                </c:pt>
                <c:pt idx="34">
                  <c:v>1.5806666666666667</c:v>
                </c:pt>
                <c:pt idx="35">
                  <c:v>1.425</c:v>
                </c:pt>
                <c:pt idx="36">
                  <c:v>1.3409523809523813</c:v>
                </c:pt>
                <c:pt idx="37">
                  <c:v>1.391142857142857</c:v>
                </c:pt>
                <c:pt idx="38">
                  <c:v>1.4990000000000001</c:v>
                </c:pt>
                <c:pt idx="39">
                  <c:v>1.5582142857142858</c:v>
                </c:pt>
                <c:pt idx="40">
                  <c:v>1.532142857142857</c:v>
                </c:pt>
                <c:pt idx="41">
                  <c:v>1.43475</c:v>
                </c:pt>
                <c:pt idx="42">
                  <c:v>1.44</c:v>
                </c:pt>
                <c:pt idx="43">
                  <c:v>1.6191666666666669</c:v>
                </c:pt>
                <c:pt idx="44">
                  <c:v>1.4570000000000001</c:v>
                </c:pt>
                <c:pt idx="45">
                  <c:v>1.3323809523809522</c:v>
                </c:pt>
                <c:pt idx="46">
                  <c:v>1.5008571428571429</c:v>
                </c:pt>
                <c:pt idx="47">
                  <c:v>1.2483333333333335</c:v>
                </c:pt>
                <c:pt idx="48">
                  <c:v>1.4000000000000001</c:v>
                </c:pt>
                <c:pt idx="49">
                  <c:v>1.5153571428571428</c:v>
                </c:pt>
                <c:pt idx="50">
                  <c:v>1.4976190476190476</c:v>
                </c:pt>
                <c:pt idx="51">
                  <c:v>1.6093333333333333</c:v>
                </c:pt>
                <c:pt idx="52">
                  <c:v>1.6023333333333332</c:v>
                </c:pt>
                <c:pt idx="53">
                  <c:v>1.5400000000000003</c:v>
                </c:pt>
                <c:pt idx="54">
                  <c:v>1.6663333333333332</c:v>
                </c:pt>
                <c:pt idx="55">
                  <c:v>1.499047619047619</c:v>
                </c:pt>
                <c:pt idx="56">
                  <c:v>1.5803333333333334</c:v>
                </c:pt>
                <c:pt idx="57">
                  <c:v>1.422857142857143</c:v>
                </c:pt>
                <c:pt idx="58">
                  <c:v>1.2687499999999998</c:v>
                </c:pt>
                <c:pt idx="59">
                  <c:v>1.2650000000000001</c:v>
                </c:pt>
                <c:pt idx="60">
                  <c:v>1.4916666666666667</c:v>
                </c:pt>
                <c:pt idx="61">
                  <c:v>1.3464285714285715</c:v>
                </c:pt>
                <c:pt idx="62">
                  <c:v>1.4639999999999997</c:v>
                </c:pt>
                <c:pt idx="63">
                  <c:v>1.3142857142857143</c:v>
                </c:pt>
                <c:pt idx="64">
                  <c:v>1.851</c:v>
                </c:pt>
                <c:pt idx="65">
                  <c:v>1.8792063492063491</c:v>
                </c:pt>
                <c:pt idx="66">
                  <c:v>1.5694444444444446</c:v>
                </c:pt>
                <c:pt idx="67">
                  <c:v>1.14175</c:v>
                </c:pt>
                <c:pt idx="68">
                  <c:v>0.9700000000000002</c:v>
                </c:pt>
                <c:pt idx="69">
                  <c:v>1.3846428571428573</c:v>
                </c:pt>
                <c:pt idx="70">
                  <c:v>0.9257142857142856</c:v>
                </c:pt>
                <c:pt idx="71">
                  <c:v>1.1112500000000001</c:v>
                </c:pt>
                <c:pt idx="72">
                  <c:v>1.3014285714285714</c:v>
                </c:pt>
                <c:pt idx="73">
                  <c:v>4.476923076923077</c:v>
                </c:pt>
                <c:pt idx="74">
                  <c:v>1.0064285714285715</c:v>
                </c:pt>
                <c:pt idx="75">
                  <c:v>0.88714285714285723</c:v>
                </c:pt>
                <c:pt idx="76">
                  <c:v>0.90821428571428575</c:v>
                </c:pt>
                <c:pt idx="77">
                  <c:v>1.0450000000000002</c:v>
                </c:pt>
                <c:pt idx="78">
                  <c:v>1.3467500000000001</c:v>
                </c:pt>
                <c:pt idx="79">
                  <c:v>0.88285714285714301</c:v>
                </c:pt>
                <c:pt idx="80">
                  <c:v>0.78833333333333344</c:v>
                </c:pt>
                <c:pt idx="81">
                  <c:v>0.94904761904761892</c:v>
                </c:pt>
                <c:pt idx="82">
                  <c:v>0.83666666666666656</c:v>
                </c:pt>
                <c:pt idx="83">
                  <c:v>0.83238095238095233</c:v>
                </c:pt>
                <c:pt idx="84">
                  <c:v>1.4130952380952382</c:v>
                </c:pt>
                <c:pt idx="85">
                  <c:v>0.69666666666666666</c:v>
                </c:pt>
                <c:pt idx="86">
                  <c:v>0.83535714285714302</c:v>
                </c:pt>
                <c:pt idx="87">
                  <c:v>1.0283333333333333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971-4A84-B0F4-58D06B4D7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8249408"/>
        <c:axId val="156614800"/>
      </c:lineChart>
      <c:catAx>
        <c:axId val="206950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9501312"/>
        <c:crosses val="autoZero"/>
        <c:auto val="1"/>
        <c:lblAlgn val="ctr"/>
        <c:lblOffset val="100"/>
        <c:noMultiLvlLbl val="0"/>
      </c:catAx>
      <c:valAx>
        <c:axId val="2069501312"/>
        <c:scaling>
          <c:orientation val="minMax"/>
        </c:scaling>
        <c:delete val="0"/>
        <c:axPos val="l"/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9500352"/>
        <c:crosses val="autoZero"/>
        <c:crossBetween val="between"/>
      </c:valAx>
      <c:valAx>
        <c:axId val="15661480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8249408"/>
        <c:crosses val="max"/>
        <c:crossBetween val="between"/>
      </c:valAx>
      <c:catAx>
        <c:axId val="2982494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661480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[Append FB Share_v2.xlsx]dash_piv!PivotTable6</c:name>
    <c:fmtId val="1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SORONG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bg1">
                <a:lumMod val="6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bg1">
                <a:lumMod val="6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bg1">
                <a:lumMod val="6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bg1">
                <a:lumMod val="6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dash_piv!$BT$3</c:f>
              <c:strCache>
                <c:ptCount val="1"/>
                <c:pt idx="0">
                  <c:v>_Telkomsel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dash_piv!$BS$4:$BS$92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dash_piv!$BT$4:$BT$92</c:f>
              <c:numCache>
                <c:formatCode>General</c:formatCode>
                <c:ptCount val="88"/>
                <c:pt idx="0">
                  <c:v>96.788461538461561</c:v>
                </c:pt>
                <c:pt idx="1">
                  <c:v>96.426923076923089</c:v>
                </c:pt>
                <c:pt idx="2">
                  <c:v>96.333846153846153</c:v>
                </c:pt>
                <c:pt idx="3">
                  <c:v>95.830769230769263</c:v>
                </c:pt>
                <c:pt idx="4">
                  <c:v>95.974615384615376</c:v>
                </c:pt>
                <c:pt idx="5">
                  <c:v>96.199999999999989</c:v>
                </c:pt>
                <c:pt idx="6">
                  <c:v>95.719230769230762</c:v>
                </c:pt>
                <c:pt idx="7">
                  <c:v>96.738461538461536</c:v>
                </c:pt>
                <c:pt idx="8">
                  <c:v>96.796923076923093</c:v>
                </c:pt>
                <c:pt idx="9">
                  <c:v>96.486923076923077</c:v>
                </c:pt>
                <c:pt idx="10">
                  <c:v>96.329230769230762</c:v>
                </c:pt>
                <c:pt idx="11">
                  <c:v>96.848461538461535</c:v>
                </c:pt>
                <c:pt idx="12">
                  <c:v>97.009230769230754</c:v>
                </c:pt>
                <c:pt idx="13">
                  <c:v>97.18461538461537</c:v>
                </c:pt>
                <c:pt idx="14">
                  <c:v>96.260769230769242</c:v>
                </c:pt>
                <c:pt idx="15">
                  <c:v>96.803076923076915</c:v>
                </c:pt>
                <c:pt idx="16">
                  <c:v>96.794615384615383</c:v>
                </c:pt>
                <c:pt idx="17">
                  <c:v>96.772307692307706</c:v>
                </c:pt>
                <c:pt idx="18">
                  <c:v>96.789999999999992</c:v>
                </c:pt>
                <c:pt idx="19">
                  <c:v>96.773076923076914</c:v>
                </c:pt>
                <c:pt idx="20">
                  <c:v>95.575384615384621</c:v>
                </c:pt>
                <c:pt idx="21">
                  <c:v>95.929999999999993</c:v>
                </c:pt>
                <c:pt idx="22">
                  <c:v>96.676923076923089</c:v>
                </c:pt>
                <c:pt idx="23">
                  <c:v>95.823846153846134</c:v>
                </c:pt>
                <c:pt idx="24">
                  <c:v>96.276923076923083</c:v>
                </c:pt>
                <c:pt idx="25">
                  <c:v>95.97230769230768</c:v>
                </c:pt>
                <c:pt idx="26">
                  <c:v>96.747692307692304</c:v>
                </c:pt>
                <c:pt idx="27">
                  <c:v>96.079230769230747</c:v>
                </c:pt>
                <c:pt idx="28">
                  <c:v>96.776153846153861</c:v>
                </c:pt>
                <c:pt idx="29">
                  <c:v>96.465384615384636</c:v>
                </c:pt>
                <c:pt idx="30">
                  <c:v>97.31</c:v>
                </c:pt>
                <c:pt idx="31">
                  <c:v>97.470000000000027</c:v>
                </c:pt>
                <c:pt idx="32">
                  <c:v>96.626153846153841</c:v>
                </c:pt>
                <c:pt idx="33">
                  <c:v>97.619230769230782</c:v>
                </c:pt>
                <c:pt idx="34">
                  <c:v>96.799999999999983</c:v>
                </c:pt>
                <c:pt idx="35">
                  <c:v>97.294615384615383</c:v>
                </c:pt>
                <c:pt idx="36">
                  <c:v>97.626923076923077</c:v>
                </c:pt>
                <c:pt idx="37">
                  <c:v>97.000769230769237</c:v>
                </c:pt>
                <c:pt idx="38">
                  <c:v>96.320769230769216</c:v>
                </c:pt>
                <c:pt idx="39">
                  <c:v>96.797692307692316</c:v>
                </c:pt>
                <c:pt idx="40">
                  <c:v>96.674615384615379</c:v>
                </c:pt>
                <c:pt idx="41">
                  <c:v>96.902307692307687</c:v>
                </c:pt>
                <c:pt idx="42">
                  <c:v>96.833076923076916</c:v>
                </c:pt>
                <c:pt idx="43">
                  <c:v>97.476153846153849</c:v>
                </c:pt>
                <c:pt idx="44">
                  <c:v>97.597692307692327</c:v>
                </c:pt>
                <c:pt idx="45">
                  <c:v>96.84076923076924</c:v>
                </c:pt>
                <c:pt idx="46">
                  <c:v>97.440769230769249</c:v>
                </c:pt>
                <c:pt idx="47">
                  <c:v>97.008461538461546</c:v>
                </c:pt>
                <c:pt idx="48">
                  <c:v>96.621538461538449</c:v>
                </c:pt>
                <c:pt idx="49">
                  <c:v>97.086153846153834</c:v>
                </c:pt>
                <c:pt idx="50">
                  <c:v>96.913076923076915</c:v>
                </c:pt>
                <c:pt idx="51">
                  <c:v>96.67307692307692</c:v>
                </c:pt>
                <c:pt idx="52">
                  <c:v>97.283846153846142</c:v>
                </c:pt>
                <c:pt idx="53">
                  <c:v>97.496153846153845</c:v>
                </c:pt>
                <c:pt idx="54">
                  <c:v>96.715384615384636</c:v>
                </c:pt>
                <c:pt idx="55">
                  <c:v>96.52538461538461</c:v>
                </c:pt>
                <c:pt idx="56">
                  <c:v>96.736153846153854</c:v>
                </c:pt>
                <c:pt idx="57">
                  <c:v>96.596923076923076</c:v>
                </c:pt>
                <c:pt idx="58">
                  <c:v>97.336153846153834</c:v>
                </c:pt>
                <c:pt idx="59">
                  <c:v>96.21076923076923</c:v>
                </c:pt>
                <c:pt idx="60">
                  <c:v>96.583846153846167</c:v>
                </c:pt>
                <c:pt idx="61">
                  <c:v>97.093846153846144</c:v>
                </c:pt>
                <c:pt idx="62">
                  <c:v>96.787692307692311</c:v>
                </c:pt>
                <c:pt idx="63">
                  <c:v>96.818461538461548</c:v>
                </c:pt>
                <c:pt idx="64">
                  <c:v>96.544615384615383</c:v>
                </c:pt>
                <c:pt idx="65">
                  <c:v>96.98</c:v>
                </c:pt>
                <c:pt idx="66">
                  <c:v>96.31538461538463</c:v>
                </c:pt>
                <c:pt idx="67">
                  <c:v>96.640000000000015</c:v>
                </c:pt>
                <c:pt idx="68">
                  <c:v>96.624615384615396</c:v>
                </c:pt>
                <c:pt idx="69">
                  <c:v>96.755384615384614</c:v>
                </c:pt>
                <c:pt idx="70">
                  <c:v>96.328461538461539</c:v>
                </c:pt>
                <c:pt idx="71">
                  <c:v>95.933076923076925</c:v>
                </c:pt>
                <c:pt idx="72">
                  <c:v>97.343076923076907</c:v>
                </c:pt>
                <c:pt idx="73">
                  <c:v>97.100769230769231</c:v>
                </c:pt>
                <c:pt idx="74">
                  <c:v>96.805384615384639</c:v>
                </c:pt>
                <c:pt idx="75">
                  <c:v>95.860769230769222</c:v>
                </c:pt>
                <c:pt idx="76">
                  <c:v>95.67923076923077</c:v>
                </c:pt>
                <c:pt idx="77">
                  <c:v>96.036923076923074</c:v>
                </c:pt>
                <c:pt idx="78">
                  <c:v>96.43249999999999</c:v>
                </c:pt>
                <c:pt idx="79">
                  <c:v>96.493333333333339</c:v>
                </c:pt>
                <c:pt idx="80">
                  <c:v>97.064999999999998</c:v>
                </c:pt>
                <c:pt idx="81">
                  <c:v>97.149166666666687</c:v>
                </c:pt>
                <c:pt idx="82">
                  <c:v>96.912500000000009</c:v>
                </c:pt>
                <c:pt idx="83">
                  <c:v>96.716666666666654</c:v>
                </c:pt>
                <c:pt idx="84">
                  <c:v>96.869166666666672</c:v>
                </c:pt>
                <c:pt idx="85">
                  <c:v>97.283333333333317</c:v>
                </c:pt>
                <c:pt idx="86">
                  <c:v>97.018333333333317</c:v>
                </c:pt>
                <c:pt idx="87">
                  <c:v>96.192499999999995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1A5-4176-A5B3-99DFBB4FBF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9498912"/>
        <c:axId val="2069504192"/>
      </c:lineChart>
      <c:lineChart>
        <c:grouping val="standard"/>
        <c:varyColors val="0"/>
        <c:ser>
          <c:idx val="1"/>
          <c:order val="1"/>
          <c:tx>
            <c:strRef>
              <c:f>dash_piv!$BU$3</c:f>
              <c:strCache>
                <c:ptCount val="1"/>
                <c:pt idx="0">
                  <c:v>_IOH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strRef>
              <c:f>dash_piv!$BS$4:$BS$92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dash_piv!$BU$4:$BU$92</c:f>
              <c:numCache>
                <c:formatCode>General</c:formatCode>
                <c:ptCount val="88"/>
                <c:pt idx="0">
                  <c:v>1.8350000000000002</c:v>
                </c:pt>
                <c:pt idx="1">
                  <c:v>1.5258333333333332</c:v>
                </c:pt>
                <c:pt idx="2">
                  <c:v>1.5760000000000001</c:v>
                </c:pt>
                <c:pt idx="3">
                  <c:v>1.5589999999999999</c:v>
                </c:pt>
                <c:pt idx="4">
                  <c:v>1.7455555555555555</c:v>
                </c:pt>
                <c:pt idx="5">
                  <c:v>1.6529999999999998</c:v>
                </c:pt>
                <c:pt idx="6">
                  <c:v>1.7829999999999999</c:v>
                </c:pt>
                <c:pt idx="7">
                  <c:v>1.6836363636363634</c:v>
                </c:pt>
                <c:pt idx="8">
                  <c:v>1.8277777777777782</c:v>
                </c:pt>
                <c:pt idx="9">
                  <c:v>1.7266666666666668</c:v>
                </c:pt>
                <c:pt idx="10">
                  <c:v>1.7741666666666669</c:v>
                </c:pt>
                <c:pt idx="11">
                  <c:v>1.6190909090909089</c:v>
                </c:pt>
                <c:pt idx="12">
                  <c:v>1.9058333333333335</c:v>
                </c:pt>
                <c:pt idx="13">
                  <c:v>2.0569999999999999</c:v>
                </c:pt>
                <c:pt idx="14">
                  <c:v>2.0936363636363637</c:v>
                </c:pt>
                <c:pt idx="15">
                  <c:v>2.3509090909090906</c:v>
                </c:pt>
                <c:pt idx="16">
                  <c:v>2.403</c:v>
                </c:pt>
                <c:pt idx="17">
                  <c:v>2.2733333333333334</c:v>
                </c:pt>
                <c:pt idx="18">
                  <c:v>2.3025000000000002</c:v>
                </c:pt>
                <c:pt idx="19">
                  <c:v>2.4649999999999999</c:v>
                </c:pt>
                <c:pt idx="20">
                  <c:v>2.4841666666666664</c:v>
                </c:pt>
                <c:pt idx="21">
                  <c:v>2.7241666666666666</c:v>
                </c:pt>
                <c:pt idx="22">
                  <c:v>2.4949999999999997</c:v>
                </c:pt>
                <c:pt idx="23">
                  <c:v>2.6300000000000003</c:v>
                </c:pt>
                <c:pt idx="24">
                  <c:v>2.5716666666666668</c:v>
                </c:pt>
                <c:pt idx="25">
                  <c:v>2.7633333333333336</c:v>
                </c:pt>
                <c:pt idx="26">
                  <c:v>2.7783333333333329</c:v>
                </c:pt>
                <c:pt idx="27">
                  <c:v>3.121818181818182</c:v>
                </c:pt>
                <c:pt idx="28">
                  <c:v>2.856363636363636</c:v>
                </c:pt>
                <c:pt idx="29">
                  <c:v>2.6266666666666665</c:v>
                </c:pt>
                <c:pt idx="30">
                  <c:v>2.5458333333333338</c:v>
                </c:pt>
                <c:pt idx="31">
                  <c:v>2.5241666666666664</c:v>
                </c:pt>
                <c:pt idx="32">
                  <c:v>2.6666666666666665</c:v>
                </c:pt>
                <c:pt idx="33">
                  <c:v>2.6425000000000005</c:v>
                </c:pt>
                <c:pt idx="34">
                  <c:v>2.5683333333333329</c:v>
                </c:pt>
                <c:pt idx="35">
                  <c:v>2.8584615384615382</c:v>
                </c:pt>
                <c:pt idx="36">
                  <c:v>2.7083333333333335</c:v>
                </c:pt>
                <c:pt idx="37">
                  <c:v>2.9463636363636367</c:v>
                </c:pt>
                <c:pt idx="38">
                  <c:v>2.6675</c:v>
                </c:pt>
                <c:pt idx="39">
                  <c:v>2.7908333333333335</c:v>
                </c:pt>
                <c:pt idx="40">
                  <c:v>2.5725000000000007</c:v>
                </c:pt>
                <c:pt idx="41">
                  <c:v>2.7033333333333336</c:v>
                </c:pt>
                <c:pt idx="42">
                  <c:v>2.6883333333333339</c:v>
                </c:pt>
                <c:pt idx="43">
                  <c:v>2.6508333333333334</c:v>
                </c:pt>
                <c:pt idx="44">
                  <c:v>2.6550000000000002</c:v>
                </c:pt>
                <c:pt idx="45">
                  <c:v>2.7116666666666664</c:v>
                </c:pt>
                <c:pt idx="46">
                  <c:v>2.5966666666666671</c:v>
                </c:pt>
                <c:pt idx="47">
                  <c:v>2.664166666666667</c:v>
                </c:pt>
                <c:pt idx="48">
                  <c:v>2.7609090909090912</c:v>
                </c:pt>
                <c:pt idx="49">
                  <c:v>2.7366666666666668</c:v>
                </c:pt>
                <c:pt idx="50">
                  <c:v>2.9383333333333339</c:v>
                </c:pt>
                <c:pt idx="51">
                  <c:v>2.938333333333333</c:v>
                </c:pt>
                <c:pt idx="52">
                  <c:v>2.9663636363636368</c:v>
                </c:pt>
                <c:pt idx="53">
                  <c:v>2.7908333333333322</c:v>
                </c:pt>
                <c:pt idx="54">
                  <c:v>2.7091666666666665</c:v>
                </c:pt>
                <c:pt idx="55">
                  <c:v>2.6541666666666663</c:v>
                </c:pt>
                <c:pt idx="56">
                  <c:v>2.7291666666666665</c:v>
                </c:pt>
                <c:pt idx="57">
                  <c:v>2.6916666666666669</c:v>
                </c:pt>
                <c:pt idx="58">
                  <c:v>3.0846153846153848</c:v>
                </c:pt>
                <c:pt idx="59">
                  <c:v>3.0130769230769228</c:v>
                </c:pt>
                <c:pt idx="60">
                  <c:v>2.8641666666666672</c:v>
                </c:pt>
                <c:pt idx="61">
                  <c:v>2.8675000000000002</c:v>
                </c:pt>
                <c:pt idx="62">
                  <c:v>2.8508333333333336</c:v>
                </c:pt>
                <c:pt idx="63">
                  <c:v>2.7091666666666665</c:v>
                </c:pt>
                <c:pt idx="64">
                  <c:v>2.6225000000000001</c:v>
                </c:pt>
                <c:pt idx="65">
                  <c:v>2.686666666666667</c:v>
                </c:pt>
                <c:pt idx="66">
                  <c:v>2.8125</c:v>
                </c:pt>
                <c:pt idx="67">
                  <c:v>2.8608333333333333</c:v>
                </c:pt>
                <c:pt idx="68">
                  <c:v>2.7674999999999996</c:v>
                </c:pt>
                <c:pt idx="69">
                  <c:v>2.7708333333333335</c:v>
                </c:pt>
                <c:pt idx="70">
                  <c:v>2.6766666666666663</c:v>
                </c:pt>
                <c:pt idx="71">
                  <c:v>2.8261538461538462</c:v>
                </c:pt>
                <c:pt idx="72">
                  <c:v>2.9800000000000009</c:v>
                </c:pt>
                <c:pt idx="73">
                  <c:v>2.9376923076923074</c:v>
                </c:pt>
                <c:pt idx="74">
                  <c:v>2.86</c:v>
                </c:pt>
                <c:pt idx="75">
                  <c:v>3.0625</c:v>
                </c:pt>
                <c:pt idx="76">
                  <c:v>2.8115384615384609</c:v>
                </c:pt>
                <c:pt idx="77">
                  <c:v>2.9099999999999997</c:v>
                </c:pt>
                <c:pt idx="78">
                  <c:v>2.9333333333333336</c:v>
                </c:pt>
                <c:pt idx="79">
                  <c:v>2.8899999999999997</c:v>
                </c:pt>
                <c:pt idx="80">
                  <c:v>3.0054545454545449</c:v>
                </c:pt>
                <c:pt idx="81">
                  <c:v>2.9966666666666666</c:v>
                </c:pt>
                <c:pt idx="82">
                  <c:v>2.7890909090909091</c:v>
                </c:pt>
                <c:pt idx="83">
                  <c:v>2.83</c:v>
                </c:pt>
                <c:pt idx="84">
                  <c:v>2.8309090909090915</c:v>
                </c:pt>
                <c:pt idx="85">
                  <c:v>3.1719999999999997</c:v>
                </c:pt>
                <c:pt idx="86">
                  <c:v>3.1018181818181816</c:v>
                </c:pt>
                <c:pt idx="87">
                  <c:v>2.8466666666666671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1A5-4176-A5B3-99DFBB4FBF52}"/>
            </c:ext>
          </c:extLst>
        </c:ser>
        <c:ser>
          <c:idx val="2"/>
          <c:order val="2"/>
          <c:tx>
            <c:strRef>
              <c:f>dash_piv!$BV$3</c:f>
              <c:strCache>
                <c:ptCount val="1"/>
                <c:pt idx="0">
                  <c:v>_XLS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strRef>
              <c:f>dash_piv!$BS$4:$BS$92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dash_piv!$BV$4:$BV$92</c:f>
              <c:numCache>
                <c:formatCode>General</c:formatCode>
                <c:ptCount val="88"/>
                <c:pt idx="0">
                  <c:v>3.9520000000000004</c:v>
                </c:pt>
                <c:pt idx="1">
                  <c:v>3.908701298701299</c:v>
                </c:pt>
                <c:pt idx="2">
                  <c:v>4.5168253968253973</c:v>
                </c:pt>
                <c:pt idx="3">
                  <c:v>4.0710000000000015</c:v>
                </c:pt>
                <c:pt idx="4">
                  <c:v>3.9639999999999995</c:v>
                </c:pt>
                <c:pt idx="5">
                  <c:v>3.8139999999999996</c:v>
                </c:pt>
                <c:pt idx="6">
                  <c:v>3.5023636363636363</c:v>
                </c:pt>
                <c:pt idx="7">
                  <c:v>3.8844444444444446</c:v>
                </c:pt>
                <c:pt idx="8">
                  <c:v>3.7931111111111111</c:v>
                </c:pt>
                <c:pt idx="9">
                  <c:v>3.8450000000000002</c:v>
                </c:pt>
                <c:pt idx="10">
                  <c:v>3.2345454545454544</c:v>
                </c:pt>
                <c:pt idx="11">
                  <c:v>2.9683333333333333</c:v>
                </c:pt>
                <c:pt idx="12">
                  <c:v>2.8604545454545458</c:v>
                </c:pt>
                <c:pt idx="13">
                  <c:v>2.7203030303030302</c:v>
                </c:pt>
                <c:pt idx="14">
                  <c:v>3.0229545454545454</c:v>
                </c:pt>
                <c:pt idx="15">
                  <c:v>2.9553030303030292</c:v>
                </c:pt>
                <c:pt idx="16">
                  <c:v>2.7390909090909092</c:v>
                </c:pt>
                <c:pt idx="17">
                  <c:v>2.65890909090909</c:v>
                </c:pt>
                <c:pt idx="18">
                  <c:v>2.8189090909090906</c:v>
                </c:pt>
                <c:pt idx="19">
                  <c:v>2.4590909090909094</c:v>
                </c:pt>
                <c:pt idx="20">
                  <c:v>2.7311666666666659</c:v>
                </c:pt>
                <c:pt idx="21">
                  <c:v>2.5923076923076929</c:v>
                </c:pt>
                <c:pt idx="22">
                  <c:v>2.7446666666666664</c:v>
                </c:pt>
                <c:pt idx="23">
                  <c:v>2.9039999999999995</c:v>
                </c:pt>
                <c:pt idx="24">
                  <c:v>2.4202272727272729</c:v>
                </c:pt>
                <c:pt idx="25">
                  <c:v>2.4175</c:v>
                </c:pt>
                <c:pt idx="26">
                  <c:v>2.5581818181818186</c:v>
                </c:pt>
                <c:pt idx="27">
                  <c:v>2.6054999999999993</c:v>
                </c:pt>
                <c:pt idx="28">
                  <c:v>3.335</c:v>
                </c:pt>
                <c:pt idx="29">
                  <c:v>2.3495454545454546</c:v>
                </c:pt>
                <c:pt idx="30">
                  <c:v>2.2331818181818179</c:v>
                </c:pt>
                <c:pt idx="31">
                  <c:v>2.4532727272727275</c:v>
                </c:pt>
                <c:pt idx="32">
                  <c:v>2.2872727272727271</c:v>
                </c:pt>
                <c:pt idx="33">
                  <c:v>2.7561904761904761</c:v>
                </c:pt>
                <c:pt idx="34">
                  <c:v>2.1669999999999998</c:v>
                </c:pt>
                <c:pt idx="35">
                  <c:v>2.3119999999999998</c:v>
                </c:pt>
                <c:pt idx="36">
                  <c:v>2.14</c:v>
                </c:pt>
                <c:pt idx="37">
                  <c:v>2.0260606060606063</c:v>
                </c:pt>
                <c:pt idx="38">
                  <c:v>2.0425454545454542</c:v>
                </c:pt>
                <c:pt idx="39">
                  <c:v>2.088222222222222</c:v>
                </c:pt>
                <c:pt idx="40">
                  <c:v>1.9063636363636365</c:v>
                </c:pt>
                <c:pt idx="41">
                  <c:v>2.0533766233766233</c:v>
                </c:pt>
                <c:pt idx="42">
                  <c:v>1.835</c:v>
                </c:pt>
                <c:pt idx="43">
                  <c:v>1.9023636363636365</c:v>
                </c:pt>
                <c:pt idx="44">
                  <c:v>2.1542222222222218</c:v>
                </c:pt>
                <c:pt idx="45">
                  <c:v>1.9650000000000003</c:v>
                </c:pt>
                <c:pt idx="46">
                  <c:v>2.2519999999999998</c:v>
                </c:pt>
                <c:pt idx="47">
                  <c:v>2.1477777777777778</c:v>
                </c:pt>
                <c:pt idx="48">
                  <c:v>1.813333333333333</c:v>
                </c:pt>
                <c:pt idx="49">
                  <c:v>2.0860000000000003</c:v>
                </c:pt>
                <c:pt idx="50">
                  <c:v>2.3147499999999996</c:v>
                </c:pt>
                <c:pt idx="51">
                  <c:v>1.9267272727272728</c:v>
                </c:pt>
                <c:pt idx="52">
                  <c:v>1.9441666666666666</c:v>
                </c:pt>
                <c:pt idx="53">
                  <c:v>2.274</c:v>
                </c:pt>
                <c:pt idx="54">
                  <c:v>2.0469090909090908</c:v>
                </c:pt>
                <c:pt idx="55">
                  <c:v>2.06</c:v>
                </c:pt>
                <c:pt idx="56">
                  <c:v>2.246</c:v>
                </c:pt>
                <c:pt idx="57">
                  <c:v>2.109</c:v>
                </c:pt>
                <c:pt idx="58">
                  <c:v>2.0114545454545456</c:v>
                </c:pt>
                <c:pt idx="59">
                  <c:v>1.9592207792207792</c:v>
                </c:pt>
                <c:pt idx="60">
                  <c:v>2.1501298701298701</c:v>
                </c:pt>
                <c:pt idx="61">
                  <c:v>1.8938636363636365</c:v>
                </c:pt>
                <c:pt idx="62">
                  <c:v>1.8360606060606059</c:v>
                </c:pt>
                <c:pt idx="63">
                  <c:v>1.8072727272727269</c:v>
                </c:pt>
                <c:pt idx="64">
                  <c:v>2.3088888888888892</c:v>
                </c:pt>
                <c:pt idx="65">
                  <c:v>1.9714999999999996</c:v>
                </c:pt>
                <c:pt idx="66">
                  <c:v>2.0859999999999999</c:v>
                </c:pt>
                <c:pt idx="67">
                  <c:v>2.1091666666666664</c:v>
                </c:pt>
                <c:pt idx="68">
                  <c:v>1.9789999999999996</c:v>
                </c:pt>
                <c:pt idx="69">
                  <c:v>1.9139999999999999</c:v>
                </c:pt>
                <c:pt idx="70">
                  <c:v>1.9897777777777779</c:v>
                </c:pt>
                <c:pt idx="71">
                  <c:v>1.7849999999999999</c:v>
                </c:pt>
                <c:pt idx="72">
                  <c:v>1.833</c:v>
                </c:pt>
                <c:pt idx="73">
                  <c:v>2.8323076923076926</c:v>
                </c:pt>
                <c:pt idx="74">
                  <c:v>1.8720000000000001</c:v>
                </c:pt>
                <c:pt idx="75">
                  <c:v>1.9750000000000001</c:v>
                </c:pt>
                <c:pt idx="76">
                  <c:v>1.7179999999999997</c:v>
                </c:pt>
                <c:pt idx="77">
                  <c:v>1.9588888888888891</c:v>
                </c:pt>
                <c:pt idx="78">
                  <c:v>2.0985714285714288</c:v>
                </c:pt>
                <c:pt idx="79">
                  <c:v>1.6661111111111111</c:v>
                </c:pt>
                <c:pt idx="80">
                  <c:v>2.1912500000000001</c:v>
                </c:pt>
                <c:pt idx="81">
                  <c:v>2.5175000000000001</c:v>
                </c:pt>
                <c:pt idx="82">
                  <c:v>1.8091666666666666</c:v>
                </c:pt>
                <c:pt idx="83">
                  <c:v>1.9008333333333334</c:v>
                </c:pt>
                <c:pt idx="84">
                  <c:v>1.8945833333333333</c:v>
                </c:pt>
                <c:pt idx="85">
                  <c:v>1.7208333333333332</c:v>
                </c:pt>
                <c:pt idx="86">
                  <c:v>1.8691111111111112</c:v>
                </c:pt>
                <c:pt idx="87">
                  <c:v>2.399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1A5-4176-A5B3-99DFBB4FBF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0541152"/>
        <c:axId val="156594640"/>
      </c:lineChart>
      <c:catAx>
        <c:axId val="2069498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9504192"/>
        <c:crosses val="autoZero"/>
        <c:auto val="1"/>
        <c:lblAlgn val="ctr"/>
        <c:lblOffset val="100"/>
        <c:noMultiLvlLbl val="0"/>
      </c:catAx>
      <c:valAx>
        <c:axId val="2069504192"/>
        <c:scaling>
          <c:orientation val="minMax"/>
        </c:scaling>
        <c:delete val="0"/>
        <c:axPos val="l"/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9498912"/>
        <c:crosses val="autoZero"/>
        <c:crossBetween val="between"/>
      </c:valAx>
      <c:valAx>
        <c:axId val="15659464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0541152"/>
        <c:crosses val="max"/>
        <c:crossBetween val="between"/>
      </c:valAx>
      <c:catAx>
        <c:axId val="4005411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659464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[Append FB Share_v2.xlsx]dash_piv!PivotTable7</c:name>
    <c:fmtId val="10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TIMIKA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bg1">
                <a:lumMod val="6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bg1">
                <a:lumMod val="6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bg1">
                <a:lumMod val="6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rgbClr val="FF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rgbClr val="FFFF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rgbClr val="0070C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dash_piv!$BZ$3</c:f>
              <c:strCache>
                <c:ptCount val="1"/>
                <c:pt idx="0">
                  <c:v>_Telkomsel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cat>
            <c:strRef>
              <c:f>dash_piv!$BY$4:$BY$92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dash_piv!$BZ$4:$BZ$92</c:f>
              <c:numCache>
                <c:formatCode>General</c:formatCode>
                <c:ptCount val="88"/>
                <c:pt idx="0">
                  <c:v>97.707499999999982</c:v>
                </c:pt>
                <c:pt idx="1">
                  <c:v>97.752499999999998</c:v>
                </c:pt>
                <c:pt idx="2">
                  <c:v>97.203333333333319</c:v>
                </c:pt>
                <c:pt idx="3">
                  <c:v>97.382499999999993</c:v>
                </c:pt>
                <c:pt idx="4">
                  <c:v>97.259999999999991</c:v>
                </c:pt>
                <c:pt idx="5">
                  <c:v>97.167500000000004</c:v>
                </c:pt>
                <c:pt idx="6">
                  <c:v>97.284999999999982</c:v>
                </c:pt>
                <c:pt idx="7">
                  <c:v>97.333333333333329</c:v>
                </c:pt>
                <c:pt idx="8">
                  <c:v>96.686363636363637</c:v>
                </c:pt>
                <c:pt idx="9">
                  <c:v>96.130833333333328</c:v>
                </c:pt>
                <c:pt idx="10">
                  <c:v>96.032727272727286</c:v>
                </c:pt>
                <c:pt idx="11">
                  <c:v>96.25181818181818</c:v>
                </c:pt>
                <c:pt idx="12">
                  <c:v>96.781818181818167</c:v>
                </c:pt>
                <c:pt idx="13">
                  <c:v>95.780833333333348</c:v>
                </c:pt>
                <c:pt idx="14">
                  <c:v>97.114999999999995</c:v>
                </c:pt>
                <c:pt idx="15">
                  <c:v>95.834999999999994</c:v>
                </c:pt>
                <c:pt idx="16">
                  <c:v>92.851666666666674</c:v>
                </c:pt>
                <c:pt idx="17">
                  <c:v>96.549090909090921</c:v>
                </c:pt>
                <c:pt idx="18">
                  <c:v>93.328333333333333</c:v>
                </c:pt>
                <c:pt idx="19">
                  <c:v>96.625833333333333</c:v>
                </c:pt>
                <c:pt idx="20">
                  <c:v>97.220833333333317</c:v>
                </c:pt>
                <c:pt idx="21">
                  <c:v>94.395000000000024</c:v>
                </c:pt>
                <c:pt idx="22">
                  <c:v>95.686666666666653</c:v>
                </c:pt>
                <c:pt idx="23">
                  <c:v>95.024999999999991</c:v>
                </c:pt>
                <c:pt idx="24">
                  <c:v>94.857500000000002</c:v>
                </c:pt>
                <c:pt idx="25">
                  <c:v>95.315000000000012</c:v>
                </c:pt>
                <c:pt idx="26">
                  <c:v>96.165000000000006</c:v>
                </c:pt>
                <c:pt idx="27">
                  <c:v>95.75333333333333</c:v>
                </c:pt>
                <c:pt idx="28">
                  <c:v>96.204999999999998</c:v>
                </c:pt>
                <c:pt idx="29">
                  <c:v>95.889166666666668</c:v>
                </c:pt>
                <c:pt idx="30">
                  <c:v>95.1875</c:v>
                </c:pt>
                <c:pt idx="31">
                  <c:v>95.245000000000005</c:v>
                </c:pt>
                <c:pt idx="32">
                  <c:v>95.950909090909093</c:v>
                </c:pt>
                <c:pt idx="33">
                  <c:v>93.666666666666643</c:v>
                </c:pt>
                <c:pt idx="34">
                  <c:v>94.033333333333346</c:v>
                </c:pt>
                <c:pt idx="35">
                  <c:v>96.466666666666683</c:v>
                </c:pt>
                <c:pt idx="36">
                  <c:v>94.993333333333339</c:v>
                </c:pt>
                <c:pt idx="37">
                  <c:v>96.477499999999978</c:v>
                </c:pt>
                <c:pt idx="38">
                  <c:v>94.451666666666668</c:v>
                </c:pt>
                <c:pt idx="39">
                  <c:v>94.660000000000011</c:v>
                </c:pt>
                <c:pt idx="40">
                  <c:v>95.111666666666679</c:v>
                </c:pt>
                <c:pt idx="41">
                  <c:v>95.578333333333333</c:v>
                </c:pt>
                <c:pt idx="42">
                  <c:v>95.649166666666659</c:v>
                </c:pt>
                <c:pt idx="43">
                  <c:v>96.518333333333331</c:v>
                </c:pt>
                <c:pt idx="44">
                  <c:v>94.079166666666666</c:v>
                </c:pt>
                <c:pt idx="45">
                  <c:v>96.236666666666679</c:v>
                </c:pt>
                <c:pt idx="46">
                  <c:v>95.009166666666658</c:v>
                </c:pt>
                <c:pt idx="47">
                  <c:v>96.695833333333326</c:v>
                </c:pt>
                <c:pt idx="48">
                  <c:v>94.84666666666665</c:v>
                </c:pt>
                <c:pt idx="49">
                  <c:v>94.857500000000002</c:v>
                </c:pt>
                <c:pt idx="50">
                  <c:v>95.593333333333348</c:v>
                </c:pt>
                <c:pt idx="51">
                  <c:v>94.706666666666663</c:v>
                </c:pt>
                <c:pt idx="52">
                  <c:v>95.412500000000009</c:v>
                </c:pt>
                <c:pt idx="53">
                  <c:v>94.764166666666668</c:v>
                </c:pt>
                <c:pt idx="54">
                  <c:v>95.522499999999994</c:v>
                </c:pt>
                <c:pt idx="55">
                  <c:v>95.495000000000005</c:v>
                </c:pt>
                <c:pt idx="56">
                  <c:v>94.55083333333333</c:v>
                </c:pt>
                <c:pt idx="57">
                  <c:v>95.21</c:v>
                </c:pt>
                <c:pt idx="58">
                  <c:v>96.165000000000006</c:v>
                </c:pt>
                <c:pt idx="59">
                  <c:v>96.120833333333337</c:v>
                </c:pt>
                <c:pt idx="60">
                  <c:v>95.308333333333323</c:v>
                </c:pt>
                <c:pt idx="61">
                  <c:v>95.151666666666685</c:v>
                </c:pt>
                <c:pt idx="62">
                  <c:v>94.892499999999998</c:v>
                </c:pt>
                <c:pt idx="63">
                  <c:v>94.609166666666667</c:v>
                </c:pt>
                <c:pt idx="64">
                  <c:v>95.222500000000011</c:v>
                </c:pt>
                <c:pt idx="65">
                  <c:v>95.909166666666678</c:v>
                </c:pt>
                <c:pt idx="66">
                  <c:v>96.310000000000016</c:v>
                </c:pt>
                <c:pt idx="67">
                  <c:v>94.19083333333333</c:v>
                </c:pt>
                <c:pt idx="68">
                  <c:v>95.234166666666667</c:v>
                </c:pt>
                <c:pt idx="69">
                  <c:v>95.632500000000007</c:v>
                </c:pt>
                <c:pt idx="70">
                  <c:v>95.345000000000013</c:v>
                </c:pt>
                <c:pt idx="71">
                  <c:v>96.597500000000011</c:v>
                </c:pt>
                <c:pt idx="72">
                  <c:v>96.451666666666654</c:v>
                </c:pt>
                <c:pt idx="73">
                  <c:v>95.680833333333339</c:v>
                </c:pt>
                <c:pt idx="74">
                  <c:v>96.373333333333335</c:v>
                </c:pt>
                <c:pt idx="75">
                  <c:v>95.747500000000002</c:v>
                </c:pt>
                <c:pt idx="76">
                  <c:v>95.757499999999993</c:v>
                </c:pt>
                <c:pt idx="77">
                  <c:v>95.331666666666663</c:v>
                </c:pt>
                <c:pt idx="78">
                  <c:v>96.43</c:v>
                </c:pt>
                <c:pt idx="79">
                  <c:v>95.893333333333317</c:v>
                </c:pt>
                <c:pt idx="80">
                  <c:v>94.921666666666681</c:v>
                </c:pt>
                <c:pt idx="81">
                  <c:v>96.31583333333333</c:v>
                </c:pt>
                <c:pt idx="82">
                  <c:v>95.655833333333348</c:v>
                </c:pt>
                <c:pt idx="83">
                  <c:v>95.770833333333329</c:v>
                </c:pt>
                <c:pt idx="84">
                  <c:v>95.194999999999993</c:v>
                </c:pt>
                <c:pt idx="85">
                  <c:v>95.517499999999998</c:v>
                </c:pt>
                <c:pt idx="86">
                  <c:v>95.064999999999998</c:v>
                </c:pt>
                <c:pt idx="87">
                  <c:v>94.920833333333348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C6-4CC6-B5BB-B2DF9AB30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69493632"/>
        <c:axId val="2069519552"/>
      </c:lineChart>
      <c:lineChart>
        <c:grouping val="standard"/>
        <c:varyColors val="0"/>
        <c:ser>
          <c:idx val="1"/>
          <c:order val="1"/>
          <c:tx>
            <c:strRef>
              <c:f>dash_piv!$CA$3</c:f>
              <c:strCache>
                <c:ptCount val="1"/>
                <c:pt idx="0">
                  <c:v>_IOH</c:v>
                </c:pt>
              </c:strCache>
            </c:strRef>
          </c:tx>
          <c:spPr>
            <a:ln w="28575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cat>
            <c:strRef>
              <c:f>dash_piv!$BY$4:$BY$92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dash_piv!$CA$4:$CA$92</c:f>
              <c:numCache>
                <c:formatCode>General</c:formatCode>
                <c:ptCount val="88"/>
                <c:pt idx="0">
                  <c:v>2.79</c:v>
                </c:pt>
                <c:pt idx="1">
                  <c:v>2.9555555555555553</c:v>
                </c:pt>
                <c:pt idx="2">
                  <c:v>2.5133333333333332</c:v>
                </c:pt>
                <c:pt idx="3">
                  <c:v>2.419999999999999</c:v>
                </c:pt>
                <c:pt idx="4">
                  <c:v>2.5833333333333335</c:v>
                </c:pt>
                <c:pt idx="5">
                  <c:v>2.4137499999999998</c:v>
                </c:pt>
                <c:pt idx="6">
                  <c:v>2.5455555555555551</c:v>
                </c:pt>
                <c:pt idx="7">
                  <c:v>2.5460000000000003</c:v>
                </c:pt>
                <c:pt idx="8">
                  <c:v>2.4937500000000004</c:v>
                </c:pt>
                <c:pt idx="9">
                  <c:v>3.0900000000000003</c:v>
                </c:pt>
                <c:pt idx="10">
                  <c:v>3.0575000000000001</c:v>
                </c:pt>
                <c:pt idx="11">
                  <c:v>3.2300000000000004</c:v>
                </c:pt>
                <c:pt idx="12">
                  <c:v>3.1687500000000002</c:v>
                </c:pt>
                <c:pt idx="13">
                  <c:v>3.1088888888888886</c:v>
                </c:pt>
                <c:pt idx="14">
                  <c:v>13.166666666666664</c:v>
                </c:pt>
                <c:pt idx="15">
                  <c:v>3.4350000000000001</c:v>
                </c:pt>
                <c:pt idx="16">
                  <c:v>3.9855555555555551</c:v>
                </c:pt>
                <c:pt idx="17">
                  <c:v>3.2700000000000005</c:v>
                </c:pt>
                <c:pt idx="18">
                  <c:v>3.6954545454545453</c:v>
                </c:pt>
                <c:pt idx="19">
                  <c:v>3.4769999999999994</c:v>
                </c:pt>
                <c:pt idx="20">
                  <c:v>3.5379999999999994</c:v>
                </c:pt>
                <c:pt idx="21">
                  <c:v>4.4380000000000006</c:v>
                </c:pt>
                <c:pt idx="22">
                  <c:v>4.8745454545454541</c:v>
                </c:pt>
                <c:pt idx="23">
                  <c:v>5.5910000000000002</c:v>
                </c:pt>
                <c:pt idx="24">
                  <c:v>4.9866666666666664</c:v>
                </c:pt>
                <c:pt idx="25">
                  <c:v>4.2609999999999992</c:v>
                </c:pt>
                <c:pt idx="26">
                  <c:v>4.173</c:v>
                </c:pt>
                <c:pt idx="27">
                  <c:v>4.992</c:v>
                </c:pt>
                <c:pt idx="28">
                  <c:v>4.8881818181818177</c:v>
                </c:pt>
                <c:pt idx="29">
                  <c:v>5.1109999999999998</c:v>
                </c:pt>
                <c:pt idx="30">
                  <c:v>5.6444444444444448</c:v>
                </c:pt>
                <c:pt idx="31">
                  <c:v>4.3987499999999997</c:v>
                </c:pt>
                <c:pt idx="32">
                  <c:v>4.4024999999999999</c:v>
                </c:pt>
                <c:pt idx="33">
                  <c:v>4.5809090909090902</c:v>
                </c:pt>
                <c:pt idx="34">
                  <c:v>4.6855555555555561</c:v>
                </c:pt>
                <c:pt idx="35">
                  <c:v>4.4587500000000002</c:v>
                </c:pt>
                <c:pt idx="36">
                  <c:v>4.49</c:v>
                </c:pt>
                <c:pt idx="37">
                  <c:v>4.5512500000000005</c:v>
                </c:pt>
                <c:pt idx="38">
                  <c:v>4.6374999999999993</c:v>
                </c:pt>
                <c:pt idx="39">
                  <c:v>4.633</c:v>
                </c:pt>
                <c:pt idx="40">
                  <c:v>4.4522222222222219</c:v>
                </c:pt>
                <c:pt idx="41">
                  <c:v>6.0544444444444441</c:v>
                </c:pt>
                <c:pt idx="42">
                  <c:v>4.8833333333333337</c:v>
                </c:pt>
                <c:pt idx="43">
                  <c:v>6.4509999999999987</c:v>
                </c:pt>
                <c:pt idx="44">
                  <c:v>4.8822222222222225</c:v>
                </c:pt>
                <c:pt idx="45">
                  <c:v>4.7290000000000001</c:v>
                </c:pt>
                <c:pt idx="46">
                  <c:v>4.4177777777777774</c:v>
                </c:pt>
                <c:pt idx="47">
                  <c:v>4.6444444444444439</c:v>
                </c:pt>
                <c:pt idx="48">
                  <c:v>4.3722222222222227</c:v>
                </c:pt>
                <c:pt idx="49">
                  <c:v>4.9650000000000007</c:v>
                </c:pt>
                <c:pt idx="50">
                  <c:v>5.6899999999999995</c:v>
                </c:pt>
                <c:pt idx="51">
                  <c:v>5.3519999999999994</c:v>
                </c:pt>
                <c:pt idx="52">
                  <c:v>5.5010000000000003</c:v>
                </c:pt>
                <c:pt idx="53">
                  <c:v>4.934444444444444</c:v>
                </c:pt>
                <c:pt idx="54">
                  <c:v>4.899</c:v>
                </c:pt>
                <c:pt idx="55">
                  <c:v>5.0544444444444441</c:v>
                </c:pt>
                <c:pt idx="56">
                  <c:v>5.5020000000000007</c:v>
                </c:pt>
                <c:pt idx="57">
                  <c:v>5.0979999999999999</c:v>
                </c:pt>
                <c:pt idx="58">
                  <c:v>5.5145454545454555</c:v>
                </c:pt>
                <c:pt idx="59">
                  <c:v>5.4350000000000005</c:v>
                </c:pt>
                <c:pt idx="60">
                  <c:v>5.4419999999999993</c:v>
                </c:pt>
                <c:pt idx="61">
                  <c:v>4.7281818181818176</c:v>
                </c:pt>
                <c:pt idx="62">
                  <c:v>4.7060000000000004</c:v>
                </c:pt>
                <c:pt idx="63">
                  <c:v>4.617</c:v>
                </c:pt>
                <c:pt idx="64">
                  <c:v>5.1145454545454543</c:v>
                </c:pt>
                <c:pt idx="65">
                  <c:v>4.9129999999999994</c:v>
                </c:pt>
                <c:pt idx="66">
                  <c:v>4.2670000000000003</c:v>
                </c:pt>
                <c:pt idx="67">
                  <c:v>4.3830000000000009</c:v>
                </c:pt>
                <c:pt idx="68">
                  <c:v>5.2519999999999998</c:v>
                </c:pt>
                <c:pt idx="69">
                  <c:v>5.0140000000000002</c:v>
                </c:pt>
                <c:pt idx="70">
                  <c:v>4.5472727272727269</c:v>
                </c:pt>
                <c:pt idx="71">
                  <c:v>4.8322222222222235</c:v>
                </c:pt>
                <c:pt idx="72">
                  <c:v>5.0337499999999995</c:v>
                </c:pt>
                <c:pt idx="73">
                  <c:v>4.3766666666666669</c:v>
                </c:pt>
                <c:pt idx="74">
                  <c:v>4.8311111111111105</c:v>
                </c:pt>
                <c:pt idx="75">
                  <c:v>4.947000000000001</c:v>
                </c:pt>
                <c:pt idx="76">
                  <c:v>5.2044444444444444</c:v>
                </c:pt>
                <c:pt idx="77">
                  <c:v>5.072222222222222</c:v>
                </c:pt>
                <c:pt idx="78">
                  <c:v>4.8162500000000001</c:v>
                </c:pt>
                <c:pt idx="79">
                  <c:v>4.9666666666666659</c:v>
                </c:pt>
                <c:pt idx="80">
                  <c:v>4.41</c:v>
                </c:pt>
                <c:pt idx="81">
                  <c:v>4.94625</c:v>
                </c:pt>
                <c:pt idx="82">
                  <c:v>4.8180000000000005</c:v>
                </c:pt>
                <c:pt idx="83">
                  <c:v>4.9459999999999997</c:v>
                </c:pt>
                <c:pt idx="84">
                  <c:v>4.7309999999999999</c:v>
                </c:pt>
                <c:pt idx="85">
                  <c:v>4.0862499999999997</c:v>
                </c:pt>
                <c:pt idx="86">
                  <c:v>5.1929999999999996</c:v>
                </c:pt>
                <c:pt idx="87">
                  <c:v>4.5599999999999996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EC6-4CC6-B5BB-B2DF9AB30B9F}"/>
            </c:ext>
          </c:extLst>
        </c:ser>
        <c:ser>
          <c:idx val="2"/>
          <c:order val="2"/>
          <c:tx>
            <c:strRef>
              <c:f>dash_piv!$CB$3</c:f>
              <c:strCache>
                <c:ptCount val="1"/>
                <c:pt idx="0">
                  <c:v>_XLS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cat>
            <c:strRef>
              <c:f>dash_piv!$BY$4:$BY$92</c:f>
              <c:strCache>
                <c:ptCount val="88"/>
                <c:pt idx="0">
                  <c:v>202501</c:v>
                </c:pt>
                <c:pt idx="1">
                  <c:v>202502</c:v>
                </c:pt>
                <c:pt idx="2">
                  <c:v>202503</c:v>
                </c:pt>
                <c:pt idx="3">
                  <c:v>202504</c:v>
                </c:pt>
                <c:pt idx="4">
                  <c:v>202505</c:v>
                </c:pt>
                <c:pt idx="5">
                  <c:v>202506</c:v>
                </c:pt>
                <c:pt idx="6">
                  <c:v>202507</c:v>
                </c:pt>
                <c:pt idx="7">
                  <c:v>202508</c:v>
                </c:pt>
                <c:pt idx="8">
                  <c:v>202509</c:v>
                </c:pt>
                <c:pt idx="9">
                  <c:v>202510</c:v>
                </c:pt>
                <c:pt idx="10">
                  <c:v>202511</c:v>
                </c:pt>
                <c:pt idx="11">
                  <c:v>202512</c:v>
                </c:pt>
                <c:pt idx="12">
                  <c:v>202513</c:v>
                </c:pt>
                <c:pt idx="13">
                  <c:v>202514</c:v>
                </c:pt>
                <c:pt idx="14">
                  <c:v>202515</c:v>
                </c:pt>
                <c:pt idx="15">
                  <c:v>202516</c:v>
                </c:pt>
                <c:pt idx="16">
                  <c:v>202517</c:v>
                </c:pt>
                <c:pt idx="17">
                  <c:v>202518</c:v>
                </c:pt>
                <c:pt idx="18">
                  <c:v>202519</c:v>
                </c:pt>
                <c:pt idx="19">
                  <c:v>202520</c:v>
                </c:pt>
                <c:pt idx="20">
                  <c:v>202521</c:v>
                </c:pt>
                <c:pt idx="21">
                  <c:v>202522</c:v>
                </c:pt>
                <c:pt idx="22">
                  <c:v>202523</c:v>
                </c:pt>
                <c:pt idx="23">
                  <c:v>202524</c:v>
                </c:pt>
                <c:pt idx="24">
                  <c:v>202525</c:v>
                </c:pt>
                <c:pt idx="25">
                  <c:v>202526</c:v>
                </c:pt>
                <c:pt idx="26">
                  <c:v>202529</c:v>
                </c:pt>
                <c:pt idx="27">
                  <c:v>202530</c:v>
                </c:pt>
                <c:pt idx="28">
                  <c:v>202531</c:v>
                </c:pt>
                <c:pt idx="29">
                  <c:v>202532</c:v>
                </c:pt>
                <c:pt idx="30">
                  <c:v>202533</c:v>
                </c:pt>
                <c:pt idx="31">
                  <c:v>202534</c:v>
                </c:pt>
                <c:pt idx="32">
                  <c:v>202535</c:v>
                </c:pt>
                <c:pt idx="33">
                  <c:v>202536</c:v>
                </c:pt>
                <c:pt idx="34">
                  <c:v>202537</c:v>
                </c:pt>
                <c:pt idx="35">
                  <c:v>202538</c:v>
                </c:pt>
                <c:pt idx="36">
                  <c:v>202539</c:v>
                </c:pt>
                <c:pt idx="37">
                  <c:v>202541</c:v>
                </c:pt>
                <c:pt idx="38">
                  <c:v>202542</c:v>
                </c:pt>
                <c:pt idx="39">
                  <c:v>202543</c:v>
                </c:pt>
                <c:pt idx="40">
                  <c:v>202544</c:v>
                </c:pt>
                <c:pt idx="41">
                  <c:v>202545</c:v>
                </c:pt>
                <c:pt idx="42">
                  <c:v>202546</c:v>
                </c:pt>
                <c:pt idx="43">
                  <c:v>202547</c:v>
                </c:pt>
                <c:pt idx="44">
                  <c:v>202548</c:v>
                </c:pt>
                <c:pt idx="45">
                  <c:v>202549</c:v>
                </c:pt>
                <c:pt idx="46">
                  <c:v>202550</c:v>
                </c:pt>
                <c:pt idx="47">
                  <c:v>202551</c:v>
                </c:pt>
                <c:pt idx="48">
                  <c:v>202552</c:v>
                </c:pt>
                <c:pt idx="49">
                  <c:v>202601</c:v>
                </c:pt>
                <c:pt idx="50">
                  <c:v>202602</c:v>
                </c:pt>
                <c:pt idx="51">
                  <c:v>202603</c:v>
                </c:pt>
                <c:pt idx="52">
                  <c:v>202604</c:v>
                </c:pt>
                <c:pt idx="53">
                  <c:v>202605</c:v>
                </c:pt>
                <c:pt idx="54">
                  <c:v>202606</c:v>
                </c:pt>
                <c:pt idx="55">
                  <c:v>202607</c:v>
                </c:pt>
                <c:pt idx="56">
                  <c:v>202608</c:v>
                </c:pt>
                <c:pt idx="57">
                  <c:v>202609</c:v>
                </c:pt>
                <c:pt idx="58">
                  <c:v>202610</c:v>
                </c:pt>
                <c:pt idx="59">
                  <c:v>202611</c:v>
                </c:pt>
                <c:pt idx="60">
                  <c:v>202612</c:v>
                </c:pt>
                <c:pt idx="61">
                  <c:v>202613</c:v>
                </c:pt>
                <c:pt idx="62">
                  <c:v>202614</c:v>
                </c:pt>
                <c:pt idx="63">
                  <c:v>202615</c:v>
                </c:pt>
                <c:pt idx="64">
                  <c:v>202616</c:v>
                </c:pt>
                <c:pt idx="65">
                  <c:v>202617</c:v>
                </c:pt>
                <c:pt idx="66">
                  <c:v>202618</c:v>
                </c:pt>
                <c:pt idx="67">
                  <c:v>202619</c:v>
                </c:pt>
                <c:pt idx="68">
                  <c:v>202620</c:v>
                </c:pt>
                <c:pt idx="69">
                  <c:v>202621</c:v>
                </c:pt>
                <c:pt idx="70">
                  <c:v>202622</c:v>
                </c:pt>
                <c:pt idx="71">
                  <c:v>202623</c:v>
                </c:pt>
                <c:pt idx="72">
                  <c:v>202624</c:v>
                </c:pt>
                <c:pt idx="73">
                  <c:v>202625</c:v>
                </c:pt>
                <c:pt idx="74">
                  <c:v>202626</c:v>
                </c:pt>
                <c:pt idx="75">
                  <c:v>202627</c:v>
                </c:pt>
                <c:pt idx="76">
                  <c:v>202628</c:v>
                </c:pt>
                <c:pt idx="77">
                  <c:v>202629</c:v>
                </c:pt>
                <c:pt idx="78">
                  <c:v>202630</c:v>
                </c:pt>
                <c:pt idx="79">
                  <c:v>202631</c:v>
                </c:pt>
                <c:pt idx="80">
                  <c:v>202632</c:v>
                </c:pt>
                <c:pt idx="81">
                  <c:v>202633</c:v>
                </c:pt>
                <c:pt idx="82">
                  <c:v>202635</c:v>
                </c:pt>
                <c:pt idx="83">
                  <c:v>202636</c:v>
                </c:pt>
                <c:pt idx="84">
                  <c:v>202637</c:v>
                </c:pt>
                <c:pt idx="85">
                  <c:v>202638</c:v>
                </c:pt>
                <c:pt idx="86">
                  <c:v>202639</c:v>
                </c:pt>
                <c:pt idx="87">
                  <c:v>202640</c:v>
                </c:pt>
              </c:strCache>
            </c:strRef>
          </c:cat>
          <c:val>
            <c:numRef>
              <c:f>dash_piv!$CB$4:$CB$92</c:f>
              <c:numCache>
                <c:formatCode>General</c:formatCode>
                <c:ptCount val="88"/>
                <c:pt idx="0">
                  <c:v>1.5599999999999998</c:v>
                </c:pt>
                <c:pt idx="1">
                  <c:v>1.5710000000000002</c:v>
                </c:pt>
                <c:pt idx="2">
                  <c:v>1.4872222222222222</c:v>
                </c:pt>
                <c:pt idx="3">
                  <c:v>1.4516071428571429</c:v>
                </c:pt>
                <c:pt idx="4">
                  <c:v>1.6505555555555558</c:v>
                </c:pt>
                <c:pt idx="5">
                  <c:v>1.4380000000000002</c:v>
                </c:pt>
                <c:pt idx="6">
                  <c:v>1.3825000000000001</c:v>
                </c:pt>
                <c:pt idx="7">
                  <c:v>1.3900000000000001</c:v>
                </c:pt>
                <c:pt idx="8">
                  <c:v>1.7704166666666667</c:v>
                </c:pt>
                <c:pt idx="9">
                  <c:v>1.4584999999999999</c:v>
                </c:pt>
                <c:pt idx="10">
                  <c:v>2.2109999999999999</c:v>
                </c:pt>
                <c:pt idx="11">
                  <c:v>1.7942499999999999</c:v>
                </c:pt>
                <c:pt idx="12">
                  <c:v>1.617</c:v>
                </c:pt>
                <c:pt idx="13">
                  <c:v>1.5080555555555559</c:v>
                </c:pt>
                <c:pt idx="14">
                  <c:v>1.6035714285714282</c:v>
                </c:pt>
                <c:pt idx="15">
                  <c:v>1.7410000000000001</c:v>
                </c:pt>
                <c:pt idx="16">
                  <c:v>1.5330000000000001</c:v>
                </c:pt>
                <c:pt idx="17">
                  <c:v>1.5626190476190478</c:v>
                </c:pt>
                <c:pt idx="18">
                  <c:v>1.5710714285714285</c:v>
                </c:pt>
                <c:pt idx="19">
                  <c:v>1.5663888888888888</c:v>
                </c:pt>
                <c:pt idx="20">
                  <c:v>1.55125</c:v>
                </c:pt>
                <c:pt idx="21">
                  <c:v>1.4822222222222221</c:v>
                </c:pt>
                <c:pt idx="22">
                  <c:v>1.5708333333333335</c:v>
                </c:pt>
                <c:pt idx="23">
                  <c:v>1.4924999999999999</c:v>
                </c:pt>
                <c:pt idx="24">
                  <c:v>1.5287500000000001</c:v>
                </c:pt>
                <c:pt idx="25">
                  <c:v>1.8162500000000001</c:v>
                </c:pt>
                <c:pt idx="26">
                  <c:v>1.585</c:v>
                </c:pt>
                <c:pt idx="27">
                  <c:v>2.2961111111111112</c:v>
                </c:pt>
                <c:pt idx="28">
                  <c:v>2.3351111111111109</c:v>
                </c:pt>
                <c:pt idx="29">
                  <c:v>3.5388888888888888</c:v>
                </c:pt>
                <c:pt idx="30">
                  <c:v>2.2333333333333334</c:v>
                </c:pt>
                <c:pt idx="31">
                  <c:v>1.5625</c:v>
                </c:pt>
                <c:pt idx="32">
                  <c:v>2.1227777777777779</c:v>
                </c:pt>
                <c:pt idx="33">
                  <c:v>1.8627777777777779</c:v>
                </c:pt>
                <c:pt idx="34">
                  <c:v>1.9745833333333334</c:v>
                </c:pt>
                <c:pt idx="35">
                  <c:v>1.7977777777777777</c:v>
                </c:pt>
                <c:pt idx="36">
                  <c:v>1.454047619047619</c:v>
                </c:pt>
                <c:pt idx="37">
                  <c:v>1.5533333333333335</c:v>
                </c:pt>
                <c:pt idx="38">
                  <c:v>2.1571428571428575</c:v>
                </c:pt>
                <c:pt idx="39">
                  <c:v>1.4216666666666669</c:v>
                </c:pt>
                <c:pt idx="40">
                  <c:v>1.296</c:v>
                </c:pt>
                <c:pt idx="41">
                  <c:v>1.2195833333333332</c:v>
                </c:pt>
                <c:pt idx="42">
                  <c:v>1.7477777777777779</c:v>
                </c:pt>
                <c:pt idx="43">
                  <c:v>1.7733333333333334</c:v>
                </c:pt>
                <c:pt idx="44">
                  <c:v>1.1716666666666666</c:v>
                </c:pt>
                <c:pt idx="45">
                  <c:v>1.6475000000000002</c:v>
                </c:pt>
                <c:pt idx="46">
                  <c:v>1.1802380952380953</c:v>
                </c:pt>
                <c:pt idx="47">
                  <c:v>1.6432142857142855</c:v>
                </c:pt>
                <c:pt idx="48">
                  <c:v>1.3453333333333333</c:v>
                </c:pt>
                <c:pt idx="49">
                  <c:v>1.4246666666666665</c:v>
                </c:pt>
                <c:pt idx="50">
                  <c:v>1.7116666666666669</c:v>
                </c:pt>
                <c:pt idx="51">
                  <c:v>1.377777777777778</c:v>
                </c:pt>
                <c:pt idx="52">
                  <c:v>1.8716666666666668</c:v>
                </c:pt>
                <c:pt idx="53">
                  <c:v>2.3834285714285715</c:v>
                </c:pt>
                <c:pt idx="54">
                  <c:v>2.4671428571428571</c:v>
                </c:pt>
                <c:pt idx="55">
                  <c:v>2.5425</c:v>
                </c:pt>
                <c:pt idx="56">
                  <c:v>2.6599999999999997</c:v>
                </c:pt>
                <c:pt idx="57">
                  <c:v>2.2014285714285711</c:v>
                </c:pt>
                <c:pt idx="58">
                  <c:v>2.0014285714285718</c:v>
                </c:pt>
                <c:pt idx="59">
                  <c:v>2.993611111111111</c:v>
                </c:pt>
                <c:pt idx="60">
                  <c:v>4.0842857142857136</c:v>
                </c:pt>
                <c:pt idx="61">
                  <c:v>2.2125000000000004</c:v>
                </c:pt>
                <c:pt idx="62">
                  <c:v>1.7839682539682538</c:v>
                </c:pt>
                <c:pt idx="63">
                  <c:v>2.1450793650793649</c:v>
                </c:pt>
                <c:pt idx="64">
                  <c:v>2.3819999999999997</c:v>
                </c:pt>
                <c:pt idx="65">
                  <c:v>1.0975000000000001</c:v>
                </c:pt>
                <c:pt idx="66">
                  <c:v>0.98517857142857146</c:v>
                </c:pt>
                <c:pt idx="67">
                  <c:v>1.5955555555555554</c:v>
                </c:pt>
                <c:pt idx="68">
                  <c:v>1.3180555555555555</c:v>
                </c:pt>
                <c:pt idx="69">
                  <c:v>1.052</c:v>
                </c:pt>
                <c:pt idx="70">
                  <c:v>1.8325</c:v>
                </c:pt>
                <c:pt idx="71">
                  <c:v>1.76</c:v>
                </c:pt>
                <c:pt idx="72">
                  <c:v>1.4872222222222224</c:v>
                </c:pt>
                <c:pt idx="73">
                  <c:v>2.8908333333333331</c:v>
                </c:pt>
                <c:pt idx="74">
                  <c:v>0.83583333333333321</c:v>
                </c:pt>
                <c:pt idx="75">
                  <c:v>1.036</c:v>
                </c:pt>
                <c:pt idx="76">
                  <c:v>1.1307499999999999</c:v>
                </c:pt>
                <c:pt idx="77">
                  <c:v>1.44675</c:v>
                </c:pt>
                <c:pt idx="78">
                  <c:v>1.1111904761904763</c:v>
                </c:pt>
                <c:pt idx="79">
                  <c:v>1.8023214285714286</c:v>
                </c:pt>
                <c:pt idx="80">
                  <c:v>2.0277777777777777</c:v>
                </c:pt>
                <c:pt idx="81">
                  <c:v>1.6954761904761906</c:v>
                </c:pt>
                <c:pt idx="82">
                  <c:v>0.99285714285714288</c:v>
                </c:pt>
                <c:pt idx="83">
                  <c:v>0.90885714285714281</c:v>
                </c:pt>
                <c:pt idx="84">
                  <c:v>1.86</c:v>
                </c:pt>
                <c:pt idx="85">
                  <c:v>0.9375</c:v>
                </c:pt>
                <c:pt idx="86">
                  <c:v>1.9477142857142855</c:v>
                </c:pt>
                <c:pt idx="87">
                  <c:v>1.5171428571428571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EC6-4CC6-B5BB-B2DF9AB30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0312400"/>
        <c:axId val="156623440"/>
      </c:lineChart>
      <c:catAx>
        <c:axId val="2069493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9519552"/>
        <c:crosses val="autoZero"/>
        <c:auto val="1"/>
        <c:lblAlgn val="ctr"/>
        <c:lblOffset val="100"/>
        <c:noMultiLvlLbl val="0"/>
      </c:catAx>
      <c:valAx>
        <c:axId val="2069519552"/>
        <c:scaling>
          <c:orientation val="minMax"/>
        </c:scaling>
        <c:delete val="0"/>
        <c:axPos val="l"/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69493632"/>
        <c:crosses val="autoZero"/>
        <c:crossBetween val="between"/>
      </c:valAx>
      <c:valAx>
        <c:axId val="15662344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00312400"/>
        <c:crosses val="max"/>
        <c:crossBetween val="between"/>
      </c:valAx>
      <c:catAx>
        <c:axId val="40031240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662344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BBBA4D-5D67-44EB-A42E-5EE7805BDE9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011378-6FBF-44B1-80DE-F06B4B6641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964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C2EA8-E0D6-4CA9-EFA4-1C4EF4E9A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66CA2-5F67-BCE9-56C5-D3B41BAF1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DECF8-114F-2C3A-B25A-BB78B1F78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E5621-77DA-6B12-9D98-2CCA2D9C1E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F66B32-43AB-447C-891B-F45B3406BB8A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94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FA1A-33A2-9368-E950-8D05F6448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AAFA5-F4C1-3B9A-69F7-54FB464684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DE059-3F2F-C082-1B89-7AA327169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90289-0EB3-782B-36DA-A730E8E8D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F66B32-43AB-447C-891B-F45B3406BB8A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116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AD6B-4E23-575A-4FA8-A718F0D03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4D255-073D-7034-E62B-E6EC18BFE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077EB-5BDE-BD47-6A29-853A8F92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05ADB-96F5-6A5D-3775-3F9316CC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02C8-9470-E6AF-90F6-3CA27AD5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F5605-4A13-A6FE-1277-31795C3A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B2EE7-5BD5-FA21-6616-0553087F3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E7DCB-8376-B420-7288-186A1C37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62C2E-E356-AD72-F873-934935A41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B80C0-4F2A-B997-ED6A-86705404E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15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A94EB-12B8-2427-6FAD-1D3D225F9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688E9-9ACF-7855-270D-CBAC16E49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9EDE8-CE2E-B191-9C8E-7588859C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8B8FB-97C8-9620-07F0-ADF21D2B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6DF4A-E210-24E8-C4AC-3314C2415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69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A761-5713-1C61-90D8-0FF5469F4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CAD1D-A15C-7F0B-E895-D0D2AC192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3957D-F28A-22EC-E838-21AF711AF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5DCE3-B732-24F2-E3A7-3BE6179D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A1B3F-94BF-6DC6-4B9D-2C9943BBC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45D83-89FD-1322-A632-FC526E84A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36F18-9C4E-2FF8-AFBA-76C804FF1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5A9B7-1C50-98F7-F5DC-56D68763C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A755A-CB05-0042-DB27-20387EB4A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24B4F-0D0C-E9F6-FDAA-CD174D037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363B1B-4981-FC40-237B-D4E9A85169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7AB56D-6FB7-7448-6FF3-02A8060C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580242-F3C7-79C9-564F-E9A222501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0A531B-9679-9CA9-6BFE-03CB24090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67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42BB5-3A37-9477-2B6C-6D66FA582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C97844-99E6-C654-6103-176C35DDA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17E90-C9B1-1710-921E-F2ABAC0B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6FB72-7CBF-F191-9E3F-92708AC30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3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9FE5A-E4AC-35AC-39EA-06858BD24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54E95D-5095-DEFE-3DA1-9E758D8C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CC042-E29D-69D9-8A90-FA0E14B2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57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92EBE-2809-5F8A-8380-5E456151F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F287C-39DC-4DE8-3000-9AC1794B0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8A353-321A-593C-1814-A0BB9DFE8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B7C96-169E-3FFC-5276-5A3A3438B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1C72B-C4B4-FD6F-EE31-F9290041A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711B0-370C-30E8-4134-8F2CA13F8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10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B2913-CCFA-535D-5813-D95A87621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EB3066-4D25-CB16-4973-25AE5A00F0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1A7E2-992B-E96D-9661-C9482CDFC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2B550-ECB3-2F7B-BBC2-2E7D8391B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9BB90-F273-61C3-57E4-D30CF486B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6D92F-0F31-D71B-4ED8-4B91F0F3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5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D7CF-00FE-F566-E005-92652ACB2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9CBBF8-6A3F-C178-5240-2ECB13DC95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4CC91-15D8-832B-DE12-6DF6F3491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84703-CA37-FC83-4D2F-4322B2CF3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B59ED-8596-F19F-05C6-CA1B25EFC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11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F6550E-8B96-B327-2E32-77638E5F0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BDCA4-AD28-F0E1-3BD4-1F8E587EE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E1838-5252-7965-3734-A913A7826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50CD-023F-1243-8D77-37C0B6B244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0868D-0565-5661-579C-2C22318AF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58E92-A2A6-A0D2-6583-30890883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56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FC135EE-6910-192F-0CF1-27C65F346795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567015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FC135EE-6910-192F-0CF1-27C65F3467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C1B3837-5FA7-CBCB-5567-E45137FBC4A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-12870"/>
            <a:ext cx="12192000" cy="60207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7A699CD-0936-698D-A76B-D4E3B26E54FA}"/>
              </a:ext>
            </a:extLst>
          </p:cNvPr>
          <p:cNvSpPr/>
          <p:nvPr userDrawn="1"/>
        </p:nvSpPr>
        <p:spPr>
          <a:xfrm>
            <a:off x="3735" y="-17694"/>
            <a:ext cx="11739815" cy="650644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55000">
                <a:srgbClr val="5D0012">
                  <a:alpha val="63170"/>
                </a:srgbClr>
              </a:gs>
              <a:gs pos="100000">
                <a:schemeClr val="accent4"/>
              </a:gs>
            </a:gsLst>
            <a:lin ang="6000000" scaled="0"/>
          </a:gradFill>
          <a:ln w="12700">
            <a:noFill/>
          </a:ln>
        </p:spPr>
        <p:txBody>
          <a:bodyPr wrap="square" lIns="9144" tIns="9144" rIns="9144" bIns="9144" rtlCol="0" anchor="ctr">
            <a:noAutofit/>
          </a:bodyPr>
          <a:lstStyle/>
          <a:p>
            <a:pPr marL="1308100" marR="0" lvl="0" indent="-13081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" panose="020B0503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86F0F7-678E-B93B-4563-C4E9CFF815FB}"/>
              </a:ext>
            </a:extLst>
          </p:cNvPr>
          <p:cNvSpPr/>
          <p:nvPr userDrawn="1"/>
        </p:nvSpPr>
        <p:spPr>
          <a:xfrm>
            <a:off x="0" y="6556443"/>
            <a:ext cx="544749" cy="301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>
              <a:lnSpc>
                <a:spcPct val="100000"/>
              </a:lnSpc>
            </a:pPr>
            <a:endParaRPr lang="en-US" sz="100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19B933-1E87-61B4-0F02-14E1F000B7E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40971"/>
          <a:stretch>
            <a:fillRect/>
          </a:stretch>
        </p:blipFill>
        <p:spPr>
          <a:xfrm>
            <a:off x="9712411" y="-27832"/>
            <a:ext cx="2479589" cy="678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137AE6-2766-FE5E-2627-82129C54AAA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971" y="217923"/>
            <a:ext cx="890207" cy="153762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0798A62B-B8C0-3E9C-13F5-8A09D861E6F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9532" y="156596"/>
            <a:ext cx="1012601" cy="30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75888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5DC98513-6FD7-906F-E83E-2B9300CE3D44}"/>
              </a:ext>
            </a:extLst>
          </p:cNvPr>
          <p:cNvGraphicFramePr>
            <a:graphicFrameLocks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8789188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7772400" imgH="10058400" progId="TCLayout.ActiveDocument.1">
                  <p:embed/>
                </p:oleObj>
              </mc:Choice>
              <mc:Fallback>
                <p:oleObj name="think-cell Slide" r:id="rId15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C98513-6FD7-906F-E83E-2B9300CE3D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70F24B-CB75-FBA7-971C-61754B002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129DE-4CE4-357E-916D-45E00C2D9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C8A09-08D9-4991-7FD4-C8E041AAB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050CD-023F-1243-8D77-37C0B6B244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93A0F-1114-142D-2E96-EAC3C11BA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CF30E-E3BE-AB7E-6BC0-DBF53F29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7DF58C-7EDC-F748-B582-3487355239D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3F0E8-5329-A73F-EBF5-0264BB780AF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3603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784144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3.bin"/><Relationship Id="rId9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notesSlide" Target="../notesSlides/notesSlide2.xml"/><Relationship Id="rId7" Type="http://schemas.openxmlformats.org/officeDocument/2006/relationships/chart" Target="../charts/chart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6" Type="http://schemas.openxmlformats.org/officeDocument/2006/relationships/chart" Target="../charts/chart2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3.bin"/><Relationship Id="rId9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37B53-2DF6-059E-3E62-F0256B3F6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8BD4CD8F-5EC7-06D7-12B6-6BB22D2BCA0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13" imgH="513" progId="TCLayout.ActiveDocument.1">
                  <p:embed/>
                </p:oleObj>
              </mc:Choice>
              <mc:Fallback>
                <p:oleObj name="think-cell Slide" r:id="rId4" imgW="513" imgH="513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D4CD8F-5EC7-06D7-12B6-6BB22D2BCA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" name="TextBox 120">
            <a:extLst>
              <a:ext uri="{FF2B5EF4-FFF2-40B4-BE49-F238E27FC236}">
                <a16:creationId xmlns:a16="http://schemas.microsoft.com/office/drawing/2014/main" id="{521A18E3-6A91-E0D4-A6AE-8201C1F6A66E}"/>
              </a:ext>
            </a:extLst>
          </p:cNvPr>
          <p:cNvSpPr txBox="1"/>
          <p:nvPr/>
        </p:nvSpPr>
        <p:spPr>
          <a:xfrm>
            <a:off x="83052" y="0"/>
            <a:ext cx="6647258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  <a:spcAft>
                <a:spcPts val="200"/>
              </a:spcAf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Network Benchmarking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</a:br>
            <a:r>
              <a:rPr lang="pt-BR" sz="14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FB Share |  </a:t>
            </a:r>
            <a:r>
              <a:rPr lang="pt-BR" sz="14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R11 PUMA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BB5966-7AE5-0CBE-B699-A929ACFDB6DE}"/>
              </a:ext>
            </a:extLst>
          </p:cNvPr>
          <p:cNvSpPr txBox="1"/>
          <p:nvPr/>
        </p:nvSpPr>
        <p:spPr>
          <a:xfrm>
            <a:off x="1974381" y="2625698"/>
            <a:ext cx="6270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Arial Nova" panose="020B0504020202020204" pitchFamily="34" charset="0"/>
              </a:rPr>
              <a:t>95.45</a:t>
            </a:r>
          </a:p>
          <a:p>
            <a:pPr algn="ctr"/>
            <a:r>
              <a:rPr lang="en-US" sz="800" dirty="0">
                <a:solidFill>
                  <a:srgbClr val="FFC000"/>
                </a:solidFill>
                <a:latin typeface="Arial Nova" panose="020B0504020202020204" pitchFamily="34" charset="0"/>
              </a:rPr>
              <a:t>(-0.53%)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384DCC-F157-8B30-5070-5E51E156EE4D}"/>
              </a:ext>
            </a:extLst>
          </p:cNvPr>
          <p:cNvSpPr txBox="1"/>
          <p:nvPr/>
        </p:nvSpPr>
        <p:spPr>
          <a:xfrm>
            <a:off x="3702204" y="2631427"/>
            <a:ext cx="5389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Arial Nova" panose="020B0504020202020204" pitchFamily="34" charset="0"/>
              </a:rPr>
              <a:t>4.85</a:t>
            </a:r>
          </a:p>
          <a:p>
            <a:pPr algn="ctr"/>
            <a:r>
              <a:rPr lang="en-US" sz="800" dirty="0">
                <a:solidFill>
                  <a:srgbClr val="FFC000"/>
                </a:solidFill>
                <a:latin typeface="Arial Nova" panose="020B0504020202020204" pitchFamily="34" charset="0"/>
              </a:rPr>
              <a:t>(0.24%)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9DDE6C-2EE6-4679-3C0C-4728C22BB7E9}"/>
              </a:ext>
            </a:extLst>
          </p:cNvPr>
          <p:cNvSpPr txBox="1"/>
          <p:nvPr/>
        </p:nvSpPr>
        <p:spPr>
          <a:xfrm>
            <a:off x="5616644" y="2631427"/>
            <a:ext cx="53893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Arial Nova" panose="020B0504020202020204" pitchFamily="34" charset="0"/>
              </a:rPr>
              <a:t>1.22</a:t>
            </a:r>
          </a:p>
          <a:p>
            <a:pPr algn="ctr"/>
            <a:r>
              <a:rPr lang="en-US" sz="800" dirty="0">
                <a:solidFill>
                  <a:srgbClr val="FFC000"/>
                </a:solidFill>
                <a:latin typeface="Arial Nova" panose="020B0504020202020204" pitchFamily="34" charset="0"/>
              </a:rPr>
              <a:t>(0.05%)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A113E49-B94A-03B4-1BA2-97918328C623}"/>
              </a:ext>
            </a:extLst>
          </p:cNvPr>
          <p:cNvCxnSpPr>
            <a:cxnSpLocks/>
          </p:cNvCxnSpPr>
          <p:nvPr/>
        </p:nvCxnSpPr>
        <p:spPr>
          <a:xfrm>
            <a:off x="842601" y="3102856"/>
            <a:ext cx="5246983" cy="0"/>
          </a:xfrm>
          <a:prstGeom prst="line">
            <a:avLst/>
          </a:prstGeom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CEE3BFC-07F9-627D-7ACF-0CC157837191}"/>
              </a:ext>
            </a:extLst>
          </p:cNvPr>
          <p:cNvSpPr txBox="1"/>
          <p:nvPr/>
        </p:nvSpPr>
        <p:spPr>
          <a:xfrm>
            <a:off x="235863" y="4908251"/>
            <a:ext cx="634163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Summary 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Consistent Leadership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en-US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Telkomsel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has consistently outperformed competitors, securing wins in 52 cities across the Puma area over the past four consecutive weeks. For city </a:t>
            </a:r>
            <a:r>
              <a:rPr lang="en-US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Yahukimo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no data, for city Maluku Tenggara Barat and Fakfak no data since W30.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Facebook Share Dominance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In Week 39 of 2026, </a:t>
            </a:r>
            <a:r>
              <a:rPr lang="en-US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Telkomsel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maintained its dominance in Facebook share with a staggering </a:t>
            </a:r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95.45%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far ahead of competitors like Indosat (4.85%), and XL Smart (1.22%).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Score Trend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en-US" sz="9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Telkomsel’s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score trend in Regional and NOP slightly decreased but consistently &gt; 90% in last week.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WOW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trend regional are slightly decrease. For NOP, degradation contributed by NOP Jayapura city SARMI, WAROPEN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MOM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trend regional are maintained. For NOP Level, degradation contributed by NOP Timika city PUNCAK JAYA, INTAN JAYA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9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YOY</a:t>
            </a:r>
            <a:r>
              <a:rPr lang="en-US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trend regional are slightly decrease. For NOP Level, degradation contributed by NOP Ambon city KOTA TUAL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D35EA6-52CA-F2B8-E160-052788BD5F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000" y="2732470"/>
            <a:ext cx="1280160" cy="2675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FD388A-44D1-FB8E-EAEB-D42BB74C84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53" y="2537516"/>
            <a:ext cx="1280160" cy="6000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F2DC410-F4AC-89E0-2C12-E2E351DC04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652" y="2497428"/>
            <a:ext cx="1275357" cy="598709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27D742-DE1C-BD45-4628-D1AF2C28B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4305197"/>
              </p:ext>
            </p:extLst>
          </p:nvPr>
        </p:nvGraphicFramePr>
        <p:xfrm>
          <a:off x="147486" y="3173477"/>
          <a:ext cx="6341640" cy="1631920"/>
        </p:xfrm>
        <a:graphic>
          <a:graphicData uri="http://schemas.openxmlformats.org/drawingml/2006/table">
            <a:tbl>
              <a:tblPr/>
              <a:tblGrid>
                <a:gridCol w="698978">
                  <a:extLst>
                    <a:ext uri="{9D8B030D-6E8A-4147-A177-3AD203B41FA5}">
                      <a16:colId xmlns:a16="http://schemas.microsoft.com/office/drawing/2014/main" val="2780328064"/>
                    </a:ext>
                  </a:extLst>
                </a:gridCol>
                <a:gridCol w="488014">
                  <a:extLst>
                    <a:ext uri="{9D8B030D-6E8A-4147-A177-3AD203B41FA5}">
                      <a16:colId xmlns:a16="http://schemas.microsoft.com/office/drawing/2014/main" val="1377158611"/>
                    </a:ext>
                  </a:extLst>
                </a:gridCol>
                <a:gridCol w="488014">
                  <a:extLst>
                    <a:ext uri="{9D8B030D-6E8A-4147-A177-3AD203B41FA5}">
                      <a16:colId xmlns:a16="http://schemas.microsoft.com/office/drawing/2014/main" val="539511953"/>
                    </a:ext>
                  </a:extLst>
                </a:gridCol>
                <a:gridCol w="488014">
                  <a:extLst>
                    <a:ext uri="{9D8B030D-6E8A-4147-A177-3AD203B41FA5}">
                      <a16:colId xmlns:a16="http://schemas.microsoft.com/office/drawing/2014/main" val="1817031003"/>
                    </a:ext>
                  </a:extLst>
                </a:gridCol>
                <a:gridCol w="488014">
                  <a:extLst>
                    <a:ext uri="{9D8B030D-6E8A-4147-A177-3AD203B41FA5}">
                      <a16:colId xmlns:a16="http://schemas.microsoft.com/office/drawing/2014/main" val="886778226"/>
                    </a:ext>
                  </a:extLst>
                </a:gridCol>
                <a:gridCol w="488014">
                  <a:extLst>
                    <a:ext uri="{9D8B030D-6E8A-4147-A177-3AD203B41FA5}">
                      <a16:colId xmlns:a16="http://schemas.microsoft.com/office/drawing/2014/main" val="1900452986"/>
                    </a:ext>
                  </a:extLst>
                </a:gridCol>
                <a:gridCol w="488014">
                  <a:extLst>
                    <a:ext uri="{9D8B030D-6E8A-4147-A177-3AD203B41FA5}">
                      <a16:colId xmlns:a16="http://schemas.microsoft.com/office/drawing/2014/main" val="3554530740"/>
                    </a:ext>
                  </a:extLst>
                </a:gridCol>
                <a:gridCol w="488014">
                  <a:extLst>
                    <a:ext uri="{9D8B030D-6E8A-4147-A177-3AD203B41FA5}">
                      <a16:colId xmlns:a16="http://schemas.microsoft.com/office/drawing/2014/main" val="2610454735"/>
                    </a:ext>
                  </a:extLst>
                </a:gridCol>
                <a:gridCol w="488014">
                  <a:extLst>
                    <a:ext uri="{9D8B030D-6E8A-4147-A177-3AD203B41FA5}">
                      <a16:colId xmlns:a16="http://schemas.microsoft.com/office/drawing/2014/main" val="3860737034"/>
                    </a:ext>
                  </a:extLst>
                </a:gridCol>
                <a:gridCol w="274508">
                  <a:extLst>
                    <a:ext uri="{9D8B030D-6E8A-4147-A177-3AD203B41FA5}">
                      <a16:colId xmlns:a16="http://schemas.microsoft.com/office/drawing/2014/main" val="1832373818"/>
                    </a:ext>
                  </a:extLst>
                </a:gridCol>
                <a:gridCol w="488014">
                  <a:extLst>
                    <a:ext uri="{9D8B030D-6E8A-4147-A177-3AD203B41FA5}">
                      <a16:colId xmlns:a16="http://schemas.microsoft.com/office/drawing/2014/main" val="792467177"/>
                    </a:ext>
                  </a:extLst>
                </a:gridCol>
                <a:gridCol w="488014">
                  <a:extLst>
                    <a:ext uri="{9D8B030D-6E8A-4147-A177-3AD203B41FA5}">
                      <a16:colId xmlns:a16="http://schemas.microsoft.com/office/drawing/2014/main" val="2570680666"/>
                    </a:ext>
                  </a:extLst>
                </a:gridCol>
                <a:gridCol w="488014">
                  <a:extLst>
                    <a:ext uri="{9D8B030D-6E8A-4147-A177-3AD203B41FA5}">
                      <a16:colId xmlns:a16="http://schemas.microsoft.com/office/drawing/2014/main" val="2307262249"/>
                    </a:ext>
                  </a:extLst>
                </a:gridCol>
              </a:tblGrid>
              <a:tr h="16955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NOP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FB Share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WoW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5281"/>
                  </a:ext>
                </a:extLst>
              </a:tr>
              <a:tr h="6075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Telkomsel</a:t>
                      </a:r>
                    </a:p>
                  </a:txBody>
                  <a:tcPr marL="7620" marR="7620" marT="7620" marB="0" vert="vert27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IOH</a:t>
                      </a:r>
                    </a:p>
                  </a:txBody>
                  <a:tcPr marL="7620" marR="7620" marT="7620" marB="0" vert="vert27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7620" marR="7620" marT="7620" marB="0" vert="vert27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Telkomsel</a:t>
                      </a:r>
                    </a:p>
                  </a:txBody>
                  <a:tcPr marL="7620" marR="7620" marT="7620" marB="0" vert="vert27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IOH</a:t>
                      </a:r>
                    </a:p>
                  </a:txBody>
                  <a:tcPr marL="7620" marR="7620" marT="7620" marB="0" vert="vert27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7620" marR="7620" marT="7620" marB="0" vert="vert27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Telkomsel</a:t>
                      </a:r>
                    </a:p>
                  </a:txBody>
                  <a:tcPr marL="7620" marR="7620" marT="7620" marB="0" vert="vert27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IOH</a:t>
                      </a:r>
                    </a:p>
                  </a:txBody>
                  <a:tcPr marL="7620" marR="7620" marT="7620" marB="0" vert="vert27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7620" marR="7620" marT="7620" marB="0" vert="vert27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Telkomsel</a:t>
                      </a:r>
                    </a:p>
                  </a:txBody>
                  <a:tcPr marL="7620" marR="7620" marT="7620" marB="0" vert="vert27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IOH</a:t>
                      </a:r>
                    </a:p>
                  </a:txBody>
                  <a:tcPr marL="7620" marR="7620" marT="7620" marB="0" vert="vert27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7620" marR="7620" marT="7620" marB="0" vert="vert27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426952"/>
                  </a:ext>
                </a:extLst>
              </a:tr>
              <a:tr h="1766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AMBON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93.09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6.68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-0.13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-1.94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499695"/>
                  </a:ext>
                </a:extLst>
              </a:tr>
              <a:tr h="16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96.17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-1.16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-0.39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-0.82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644433"/>
                  </a:ext>
                </a:extLst>
              </a:tr>
              <a:tr h="16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97.02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-0.27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-0.61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087259"/>
                  </a:ext>
                </a:extLst>
              </a:tr>
              <a:tr h="16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TIMIKA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95.07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-0.45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-0.59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733226"/>
                  </a:ext>
                </a:extLst>
              </a:tr>
              <a:tr h="16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PUMA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95.45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-0.53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-0.16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-0.78</a:t>
                      </a:r>
                    </a:p>
                  </a:txBody>
                  <a:tcPr marL="7620" marR="7620" marT="7620" marB="0" anchor="ctr">
                    <a:lnL w="25400" cap="flat" cmpd="dbl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56464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7B5B99-1095-84C6-72DD-B7F26D90BA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093752"/>
              </p:ext>
            </p:extLst>
          </p:nvPr>
        </p:nvGraphicFramePr>
        <p:xfrm>
          <a:off x="6489124" y="702876"/>
          <a:ext cx="5467013" cy="5942052"/>
        </p:xfrm>
        <a:graphic>
          <a:graphicData uri="http://schemas.openxmlformats.org/drawingml/2006/table">
            <a:tbl>
              <a:tblPr/>
              <a:tblGrid>
                <a:gridCol w="512574">
                  <a:extLst>
                    <a:ext uri="{9D8B030D-6E8A-4147-A177-3AD203B41FA5}">
                      <a16:colId xmlns:a16="http://schemas.microsoft.com/office/drawing/2014/main" val="1073689732"/>
                    </a:ext>
                  </a:extLst>
                </a:gridCol>
                <a:gridCol w="1052127">
                  <a:extLst>
                    <a:ext uri="{9D8B030D-6E8A-4147-A177-3AD203B41FA5}">
                      <a16:colId xmlns:a16="http://schemas.microsoft.com/office/drawing/2014/main" val="3959264501"/>
                    </a:ext>
                  </a:extLst>
                </a:gridCol>
                <a:gridCol w="485597">
                  <a:extLst>
                    <a:ext uri="{9D8B030D-6E8A-4147-A177-3AD203B41FA5}">
                      <a16:colId xmlns:a16="http://schemas.microsoft.com/office/drawing/2014/main" val="2966420330"/>
                    </a:ext>
                  </a:extLst>
                </a:gridCol>
                <a:gridCol w="391176">
                  <a:extLst>
                    <a:ext uri="{9D8B030D-6E8A-4147-A177-3AD203B41FA5}">
                      <a16:colId xmlns:a16="http://schemas.microsoft.com/office/drawing/2014/main" val="1190526152"/>
                    </a:ext>
                  </a:extLst>
                </a:gridCol>
                <a:gridCol w="532808">
                  <a:extLst>
                    <a:ext uri="{9D8B030D-6E8A-4147-A177-3AD203B41FA5}">
                      <a16:colId xmlns:a16="http://schemas.microsoft.com/office/drawing/2014/main" val="3265107310"/>
                    </a:ext>
                  </a:extLst>
                </a:gridCol>
                <a:gridCol w="323731">
                  <a:extLst>
                    <a:ext uri="{9D8B030D-6E8A-4147-A177-3AD203B41FA5}">
                      <a16:colId xmlns:a16="http://schemas.microsoft.com/office/drawing/2014/main" val="4075766946"/>
                    </a:ext>
                  </a:extLst>
                </a:gridCol>
                <a:gridCol w="331824">
                  <a:extLst>
                    <a:ext uri="{9D8B030D-6E8A-4147-A177-3AD203B41FA5}">
                      <a16:colId xmlns:a16="http://schemas.microsoft.com/office/drawing/2014/main" val="539096115"/>
                    </a:ext>
                  </a:extLst>
                </a:gridCol>
                <a:gridCol w="258985">
                  <a:extLst>
                    <a:ext uri="{9D8B030D-6E8A-4147-A177-3AD203B41FA5}">
                      <a16:colId xmlns:a16="http://schemas.microsoft.com/office/drawing/2014/main" val="1718977531"/>
                    </a:ext>
                  </a:extLst>
                </a:gridCol>
                <a:gridCol w="283266">
                  <a:extLst>
                    <a:ext uri="{9D8B030D-6E8A-4147-A177-3AD203B41FA5}">
                      <a16:colId xmlns:a16="http://schemas.microsoft.com/office/drawing/2014/main" val="14943798"/>
                    </a:ext>
                  </a:extLst>
                </a:gridCol>
                <a:gridCol w="258985">
                  <a:extLst>
                    <a:ext uri="{9D8B030D-6E8A-4147-A177-3AD203B41FA5}">
                      <a16:colId xmlns:a16="http://schemas.microsoft.com/office/drawing/2014/main" val="889664101"/>
                    </a:ext>
                  </a:extLst>
                </a:gridCol>
                <a:gridCol w="258985">
                  <a:extLst>
                    <a:ext uri="{9D8B030D-6E8A-4147-A177-3AD203B41FA5}">
                      <a16:colId xmlns:a16="http://schemas.microsoft.com/office/drawing/2014/main" val="1687460308"/>
                    </a:ext>
                  </a:extLst>
                </a:gridCol>
                <a:gridCol w="258985">
                  <a:extLst>
                    <a:ext uri="{9D8B030D-6E8A-4147-A177-3AD203B41FA5}">
                      <a16:colId xmlns:a16="http://schemas.microsoft.com/office/drawing/2014/main" val="1586901602"/>
                    </a:ext>
                  </a:extLst>
                </a:gridCol>
                <a:gridCol w="258985">
                  <a:extLst>
                    <a:ext uri="{9D8B030D-6E8A-4147-A177-3AD203B41FA5}">
                      <a16:colId xmlns:a16="http://schemas.microsoft.com/office/drawing/2014/main" val="2337239299"/>
                    </a:ext>
                  </a:extLst>
                </a:gridCol>
                <a:gridCol w="258985">
                  <a:extLst>
                    <a:ext uri="{9D8B030D-6E8A-4147-A177-3AD203B41FA5}">
                      <a16:colId xmlns:a16="http://schemas.microsoft.com/office/drawing/2014/main" val="2230338661"/>
                    </a:ext>
                  </a:extLst>
                </a:gridCol>
              </a:tblGrid>
              <a:tr h="805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WoW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A9D6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6E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1320489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NOP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City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FB Share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olo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TSEL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TSEL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TSEL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789230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AMBON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BURU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93.64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146496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AMBON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BURU SELATAN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99.41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176173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AMBON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KEPULAUAN ARU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98.22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-1.78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637679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AMBON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KOTA AMBON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90.89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-2.93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474914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AMBON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KOTA TUAL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87.5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-1.47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-0.64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-8.34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568109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AMBON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MALUKU BARAT DAYA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84.62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-1.88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-3.46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-1.86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139094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AMBON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MALUKU TENGAH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93.06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-0.52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-2.13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-0.55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580149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AMBON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MALUKU TENGGARA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89.88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-0.71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-3.07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702861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AMBON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MALUKU TENGGARA BARAT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-94.47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-7.86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-0.53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049840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AMBON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SERAM BAGIAN BARAT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96.37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-1.75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5839812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AMBON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SERAM BAGIAN TIMUR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97.27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-1.86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9489204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BIAK NUMFOR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96.06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-1.67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063037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90.81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-1.19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-1.79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-2.08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-0.58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522544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JAYAWIJAYA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99.53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3377171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KEEROM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89.74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-2.67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061472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KEPULAUAN YAPEN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97.02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-0.71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-2.81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0881476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KOTA 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284868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LANNY JAYA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97.73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-2.27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681119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MAMBERAMO RAYA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97.92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-1.15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-1.24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-1.23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439839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MAMBERAMO TENGAH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333092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NDUGA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175508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PEGUNUNGAN BINTANG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530221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SARMI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-3.8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-2.32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-1.89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-0.74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628524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SUPIORI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561315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TOLIKARA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97.23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-2.77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746474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WAROPEN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96.79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-3.21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-4.79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-1.68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-3.21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3095494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JAYAPURA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YALIMO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97.14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-2.86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-2.86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148789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FAKFAK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-96.92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-3.54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-0.69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234877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KAIMANA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96.27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-0.62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384327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KOTA 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95.61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-0.68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704264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MANOKWARI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-0.88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485403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MANOKWARI SELATAN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94.6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-2.51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-1.39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-0.67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698766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MAYBRAT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97.32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-2.11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50949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PEGUNUNGAN ARFAK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97.63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-0.57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-2.37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-0.73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7363579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RAJA AMPAT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98.29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-1.71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-1.71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465306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96.46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-1.14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099674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 SELATAN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99.31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-0.69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675876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TAMBRAUW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99.45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-1.14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-0.83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-1.14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-1.11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754416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TELUK BINTUNI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95.81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-1.23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-0.78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051248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SORONG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TELUK WONDAMA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98.07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-1.93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-0.69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-1.93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-0.49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843284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TIMIKA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ASMAT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96.39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-3.09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505782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TIMIKA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BOVEN DIGOEL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95.66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-0.63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-1.89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-4.72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144738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TIMIKA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DEIYAI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98.13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-0.77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975755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TIMIKA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DOGIYAI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813055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TIMIKA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INTAN JAYA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85.02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-1.62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-5.58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-2.78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865528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TIMIKA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MAPPI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95.08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-2.17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-1.73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-1.91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309124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TIMIKA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MERAUKE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94.7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260776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TIMIKA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MIMIKA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90.55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-0.82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-0.92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770530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TIMIKA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NABIRE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95.89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-0.99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-0.22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661446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TIMIKA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PANIAI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E16A54"/>
                          </a:solidFill>
                          <a:effectLst/>
                          <a:latin typeface="Calibri" panose="020F0502020204030204" pitchFamily="34" charset="0"/>
                        </a:rPr>
                        <a:t>94.65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86AB89"/>
                          </a:solidFill>
                          <a:effectLst/>
                          <a:latin typeface="Calibri" panose="020F0502020204030204" pitchFamily="34" charset="0"/>
                        </a:rPr>
                        <a:t>XLS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-2.58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-2.58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-3.25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-0.34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-1.03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361068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TIMIKA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PUNCAK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99.24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-0.08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212979"/>
                  </a:ext>
                </a:extLst>
              </a:tr>
              <a:tr h="805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TIMIKA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PUNCAK JAYA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95.47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468FAF"/>
                          </a:solidFill>
                          <a:effectLst/>
                          <a:latin typeface="Calibri" panose="020F0502020204030204" pitchFamily="34" charset="0"/>
                        </a:rPr>
                        <a:t>WIN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DA8359"/>
                          </a:solidFill>
                          <a:effectLst/>
                          <a:latin typeface="Calibri" panose="020F0502020204030204" pitchFamily="34" charset="0"/>
                        </a:rPr>
                        <a:t>ISAT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-0.76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-1.08</a:t>
                      </a:r>
                    </a:p>
                  </a:txBody>
                  <a:tcPr marL="3358" marR="3358" marT="3358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812447"/>
                  </a:ext>
                </a:extLst>
              </a:tr>
            </a:tbl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B5A48F9-E84A-4C26-9AE7-AC674BFF20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9456301"/>
              </p:ext>
            </p:extLst>
          </p:nvPr>
        </p:nvGraphicFramePr>
        <p:xfrm>
          <a:off x="337361" y="685512"/>
          <a:ext cx="5961888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300460459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FF19A-C177-53D9-D0B5-BFD245B33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hink-cell data - do not delete" hidden="1">
            <a:extLst>
              <a:ext uri="{FF2B5EF4-FFF2-40B4-BE49-F238E27FC236}">
                <a16:creationId xmlns:a16="http://schemas.microsoft.com/office/drawing/2014/main" id="{1EB131D9-7008-E0C6-CF63-FD599784F45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13" imgH="513" progId="TCLayout.ActiveDocument.1">
                  <p:embed/>
                </p:oleObj>
              </mc:Choice>
              <mc:Fallback>
                <p:oleObj name="think-cell Slide" r:id="rId4" imgW="513" imgH="513" progId="TCLayout.ActiveDocument.1">
                  <p:embed/>
                  <p:pic>
                    <p:nvPicPr>
                      <p:cNvPr id="2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131D9-7008-E0C6-CF63-FD599784F4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" name="TextBox 120">
            <a:extLst>
              <a:ext uri="{FF2B5EF4-FFF2-40B4-BE49-F238E27FC236}">
                <a16:creationId xmlns:a16="http://schemas.microsoft.com/office/drawing/2014/main" id="{45924E34-4AEB-B8E2-5304-E1CC37DCE904}"/>
              </a:ext>
            </a:extLst>
          </p:cNvPr>
          <p:cNvSpPr txBox="1"/>
          <p:nvPr/>
        </p:nvSpPr>
        <p:spPr>
          <a:xfrm>
            <a:off x="83052" y="0"/>
            <a:ext cx="6647258" cy="6155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Bef>
                <a:spcPct val="0"/>
              </a:spcBef>
              <a:spcAft>
                <a:spcPts val="200"/>
              </a:spcAft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Network Benchmarking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</a:br>
            <a:r>
              <a:rPr lang="pt-BR" sz="1400" b="1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FB Share |  </a:t>
            </a:r>
            <a:r>
              <a:rPr lang="pt-BR" sz="1400" b="1" dirty="0">
                <a:solidFill>
                  <a:srgbClr val="FFC000"/>
                </a:solidFill>
                <a:latin typeface="Poppins"/>
                <a:ea typeface="Poppins"/>
                <a:cs typeface="Poppins"/>
                <a:sym typeface="Poppins"/>
              </a:rPr>
              <a:t>NOP Level Trend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37588CF-AB89-4F9A-85AC-1AA1E63068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0767138"/>
              </p:ext>
            </p:extLst>
          </p:nvPr>
        </p:nvGraphicFramePr>
        <p:xfrm>
          <a:off x="180975" y="713876"/>
          <a:ext cx="5827725" cy="297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BA72766-0C16-4286-B748-ADDD527DE8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1120241"/>
              </p:ext>
            </p:extLst>
          </p:nvPr>
        </p:nvGraphicFramePr>
        <p:xfrm>
          <a:off x="6096000" y="713876"/>
          <a:ext cx="5827725" cy="297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17F5A98-D30F-4D92-B5DC-06D30E5665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8605320"/>
              </p:ext>
            </p:extLst>
          </p:nvPr>
        </p:nvGraphicFramePr>
        <p:xfrm>
          <a:off x="180975" y="3790451"/>
          <a:ext cx="5827725" cy="297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95F6103-D0FB-4C22-A747-5311874347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3584653"/>
              </p:ext>
            </p:extLst>
          </p:nvPr>
        </p:nvGraphicFramePr>
        <p:xfrm>
          <a:off x="6096000" y="3790451"/>
          <a:ext cx="5827725" cy="297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77403555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Custom 1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C00000"/>
      </a:accent1>
      <a:accent2>
        <a:srgbClr val="E97132"/>
      </a:accent2>
      <a:accent3>
        <a:srgbClr val="196B24"/>
      </a:accent3>
      <a:accent4>
        <a:srgbClr val="C00000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2013 - 2022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 2013 - 2022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13108</TotalTime>
  <Words>1276</Words>
  <Application>Microsoft Office PowerPoint</Application>
  <PresentationFormat>Widescreen</PresentationFormat>
  <Paragraphs>853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Aptos Display</vt:lpstr>
      <vt:lpstr>Arial</vt:lpstr>
      <vt:lpstr>Arial Nova</vt:lpstr>
      <vt:lpstr>Calibri</vt:lpstr>
      <vt:lpstr>Poppins</vt:lpstr>
      <vt:lpstr>Univers</vt:lpstr>
      <vt:lpstr>Wingdings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Danar Putra</dc:creator>
  <cp:lastModifiedBy>Danuar Trianur Rohman</cp:lastModifiedBy>
  <cp:revision>366</cp:revision>
  <dcterms:created xsi:type="dcterms:W3CDTF">2026-02-04T04:03:35Z</dcterms:created>
  <dcterms:modified xsi:type="dcterms:W3CDTF">2026-10-21T13:48:29Z</dcterms:modified>
</cp:coreProperties>
</file>